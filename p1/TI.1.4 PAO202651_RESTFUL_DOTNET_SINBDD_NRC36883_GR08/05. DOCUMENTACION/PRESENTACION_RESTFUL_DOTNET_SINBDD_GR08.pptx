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Lst>
  <p:sldSz cy="6858000" cx="12192000"/>
  <p:notesSz cx="6858000" cy="9144000"/>
  <p:embeddedFontLst>
    <p:embeddedFont>
      <p:font typeface="Gill Sans"/>
      <p:regular r:id="rId80"/>
      <p:bold r:id="rId8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BF136021-7255-42B7-A7E7-87A8D8FFE9CA}">
  <a:tblStyle styleId="{BF136021-7255-42B7-A7E7-87A8D8FFE9CA}" styleName="Table_0">
    <a:wholeTbl>
      <a:tcTxStyle>
        <a:font>
          <a:latin typeface="Arial"/>
          <a:ea typeface="Arial"/>
          <a:cs typeface="Arial"/>
        </a:font>
        <a:srgbClr val="000000"/>
      </a:tcTxStyle>
      <a:tcStyle>
        <a:tcBdr>
          <a:left>
            <a:ln cap="flat" cmpd="sng" w="12700">
              <a:solidFill>
                <a:srgbClr val="000000"/>
              </a:solidFill>
              <a:prstDash val="solid"/>
              <a:round/>
              <a:headEnd len="sm" w="sm" type="none"/>
              <a:tailEnd len="sm" w="sm" type="none"/>
            </a:ln>
          </a:left>
          <a:right>
            <a:ln cap="flat" cmpd="sng" w="12700">
              <a:solidFill>
                <a:srgbClr val="000000"/>
              </a:solidFill>
              <a:prstDash val="solid"/>
              <a:round/>
              <a:headEnd len="sm" w="sm" type="none"/>
              <a:tailEnd len="sm" w="sm" type="none"/>
            </a:ln>
          </a:right>
          <a:top>
            <a:ln cap="flat" cmpd="sng" w="12700">
              <a:solidFill>
                <a:srgbClr val="000000"/>
              </a:solidFill>
              <a:prstDash val="solid"/>
              <a:round/>
              <a:headEnd len="sm" w="sm" type="none"/>
              <a:tailEnd len="sm" w="sm" type="none"/>
            </a:ln>
          </a:top>
          <a:bottom>
            <a:ln cap="flat" cmpd="sng" w="12700">
              <a:solidFill>
                <a:srgbClr val="000000"/>
              </a:solidFill>
              <a:prstDash val="solid"/>
              <a:round/>
              <a:headEnd len="sm" w="sm" type="none"/>
              <a:tailEnd len="sm" w="sm" type="none"/>
            </a:ln>
          </a:bottom>
          <a:insideH>
            <a:ln cap="flat" cmpd="sng" w="12700">
              <a:solidFill>
                <a:srgbClr val="000000"/>
              </a:solidFill>
              <a:prstDash val="solid"/>
              <a:round/>
              <a:headEnd len="sm" w="sm" type="none"/>
              <a:tailEnd len="sm" w="sm" type="none"/>
            </a:ln>
          </a:insideH>
          <a:insideV>
            <a:ln cap="flat" cmpd="sng" w="12700">
              <a:solidFill>
                <a:srgbClr val="000000"/>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4.xml"/><Relationship Id="rId30" Type="http://schemas.openxmlformats.org/officeDocument/2006/relationships/slide" Target="slides/slide25.xml"/><Relationship Id="rId31" Type="http://schemas.openxmlformats.org/officeDocument/2006/relationships/slide" Target="slides/slide26.xml"/><Relationship Id="rId32" Type="http://schemas.openxmlformats.org/officeDocument/2006/relationships/slide" Target="slides/slide27.xml"/><Relationship Id="rId33" Type="http://schemas.openxmlformats.org/officeDocument/2006/relationships/slide" Target="slides/slide28.xml"/><Relationship Id="rId34" Type="http://schemas.openxmlformats.org/officeDocument/2006/relationships/slide" Target="slides/slide29.xml"/><Relationship Id="rId35" Type="http://schemas.openxmlformats.org/officeDocument/2006/relationships/slide" Target="slides/slide30.xml"/><Relationship Id="rId36" Type="http://schemas.openxmlformats.org/officeDocument/2006/relationships/slide" Target="slides/slide31.xml"/><Relationship Id="rId37" Type="http://schemas.openxmlformats.org/officeDocument/2006/relationships/slide" Target="slides/slide32.xml"/><Relationship Id="rId38" Type="http://schemas.openxmlformats.org/officeDocument/2006/relationships/slide" Target="slides/slide33.xml"/><Relationship Id="rId39" Type="http://schemas.openxmlformats.org/officeDocument/2006/relationships/slide" Target="slides/slide34.xml"/><Relationship Id="rId40" Type="http://schemas.openxmlformats.org/officeDocument/2006/relationships/slide" Target="slides/slide35.xml"/><Relationship Id="rId41" Type="http://schemas.openxmlformats.org/officeDocument/2006/relationships/slide" Target="slides/slide36.xml"/><Relationship Id="rId42" Type="http://schemas.openxmlformats.org/officeDocument/2006/relationships/slide" Target="slides/slide37.xml"/><Relationship Id="rId43" Type="http://schemas.openxmlformats.org/officeDocument/2006/relationships/slide" Target="slides/slide38.xml"/><Relationship Id="rId44" Type="http://schemas.openxmlformats.org/officeDocument/2006/relationships/slide" Target="slides/slide39.xml"/><Relationship Id="rId45" Type="http://schemas.openxmlformats.org/officeDocument/2006/relationships/slide" Target="slides/slide40.xml"/><Relationship Id="rId46" Type="http://schemas.openxmlformats.org/officeDocument/2006/relationships/slide" Target="slides/slide41.xml"/><Relationship Id="rId47" Type="http://schemas.openxmlformats.org/officeDocument/2006/relationships/slide" Target="slides/slide42.xml"/><Relationship Id="rId48" Type="http://schemas.openxmlformats.org/officeDocument/2006/relationships/slide" Target="slides/slide43.xml"/><Relationship Id="rId49" Type="http://schemas.openxmlformats.org/officeDocument/2006/relationships/slide" Target="slides/slide44.xml"/><Relationship Id="rId50" Type="http://schemas.openxmlformats.org/officeDocument/2006/relationships/slide" Target="slides/slide45.xml"/><Relationship Id="rId51" Type="http://schemas.openxmlformats.org/officeDocument/2006/relationships/slide" Target="slides/slide46.xml"/><Relationship Id="rId52" Type="http://schemas.openxmlformats.org/officeDocument/2006/relationships/slide" Target="slides/slide47.xml"/><Relationship Id="rId53" Type="http://schemas.openxmlformats.org/officeDocument/2006/relationships/slide" Target="slides/slide48.xml"/><Relationship Id="rId54" Type="http://schemas.openxmlformats.org/officeDocument/2006/relationships/slide" Target="slides/slide49.xml"/><Relationship Id="rId55" Type="http://schemas.openxmlformats.org/officeDocument/2006/relationships/slide" Target="slides/slide50.xml"/><Relationship Id="rId56" Type="http://schemas.openxmlformats.org/officeDocument/2006/relationships/slide" Target="slides/slide51.xml"/><Relationship Id="rId57" Type="http://schemas.openxmlformats.org/officeDocument/2006/relationships/slide" Target="slides/slide52.xml"/><Relationship Id="rId58" Type="http://schemas.openxmlformats.org/officeDocument/2006/relationships/slide" Target="slides/slide53.xml"/><Relationship Id="rId59" Type="http://schemas.openxmlformats.org/officeDocument/2006/relationships/slide" Target="slides/slide54.xml"/><Relationship Id="rId60" Type="http://schemas.openxmlformats.org/officeDocument/2006/relationships/slide" Target="slides/slide55.xml"/><Relationship Id="rId61" Type="http://schemas.openxmlformats.org/officeDocument/2006/relationships/slide" Target="slides/slide56.xml"/><Relationship Id="rId62" Type="http://schemas.openxmlformats.org/officeDocument/2006/relationships/slide" Target="slides/slide57.xml"/><Relationship Id="rId63" Type="http://schemas.openxmlformats.org/officeDocument/2006/relationships/slide" Target="slides/slide58.xml"/><Relationship Id="rId64" Type="http://schemas.openxmlformats.org/officeDocument/2006/relationships/slide" Target="slides/slide59.xml"/><Relationship Id="rId65" Type="http://schemas.openxmlformats.org/officeDocument/2006/relationships/slide" Target="slides/slide60.xml"/><Relationship Id="rId66" Type="http://schemas.openxmlformats.org/officeDocument/2006/relationships/slide" Target="slides/slide61.xml"/><Relationship Id="rId67" Type="http://schemas.openxmlformats.org/officeDocument/2006/relationships/slide" Target="slides/slide62.xml"/><Relationship Id="rId68" Type="http://schemas.openxmlformats.org/officeDocument/2006/relationships/slide" Target="slides/slide63.xml"/><Relationship Id="rId69" Type="http://schemas.openxmlformats.org/officeDocument/2006/relationships/slide" Target="slides/slide64.xml"/><Relationship Id="rId70" Type="http://schemas.openxmlformats.org/officeDocument/2006/relationships/slide" Target="slides/slide65.xml"/><Relationship Id="rId71" Type="http://schemas.openxmlformats.org/officeDocument/2006/relationships/slide" Target="slides/slide66.xml"/><Relationship Id="rId72" Type="http://schemas.openxmlformats.org/officeDocument/2006/relationships/slide" Target="slides/slide67.xml"/><Relationship Id="rId73" Type="http://schemas.openxmlformats.org/officeDocument/2006/relationships/slide" Target="slides/slide68.xml"/><Relationship Id="rId74" Type="http://schemas.openxmlformats.org/officeDocument/2006/relationships/slide" Target="slides/slide69.xml"/><Relationship Id="rId75" Type="http://schemas.openxmlformats.org/officeDocument/2006/relationships/slide" Target="slides/slide70.xml"/><Relationship Id="rId76" Type="http://schemas.openxmlformats.org/officeDocument/2006/relationships/slide" Target="slides/slide71.xml"/><Relationship Id="rId77" Type="http://schemas.openxmlformats.org/officeDocument/2006/relationships/slide" Target="slides/slide72.xml"/><Relationship Id="rId78" Type="http://schemas.openxmlformats.org/officeDocument/2006/relationships/slide" Target="slides/slide73.xml"/><Relationship Id="rId79" Type="http://schemas.openxmlformats.org/officeDocument/2006/relationships/slide" Target="slides/slide74.xml"/><Relationship Id="rId80" Type="http://schemas.openxmlformats.org/officeDocument/2006/relationships/font" Target="fonts/GillSans-regular.fntdata"/><Relationship Id="rId81" Type="http://schemas.openxmlformats.org/officeDocument/2006/relationships/font" Target="fonts/GillSans-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4" name="Google Shape;94;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3" name="Google Shape;103;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3a8526227be_0_4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2" name="Google Shape;112;g3a8526227be_0_42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3a8526227be_0_4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9" name="Google Shape;119;g3a8526227be_0_43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a8526227be_0_43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7" name="Google Shape;127;g3a8526227be_0_43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3a8526227be_0_44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5" name="Google Shape;135;g3a8526227be_0_44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3a8526227be_0_45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3" name="Google Shape;143;g3a8526227be_0_45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a8526227be_0_45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1" name="Google Shape;151;g3a8526227be_0_45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3a8526227be_0_46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0" name="Google Shape;160;g3a8526227be_0_46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3a8526227be_0_47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8" name="Google Shape;168;g3a8526227be_0_47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3a8526227be_0_48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7" name="Google Shape;177;g3a8526227be_0_48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3a8526227be_0_48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5" name="Google Shape;185;g3a8526227be_0_48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3a8526227be_0_49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4" name="Google Shape;194;g3a8526227be_0_49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3a8526227be_0_50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2" name="Google Shape;202;g3a8526227be_0_50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g3a8526227be_0_5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0" name="Google Shape;210;g3a8526227be_0_51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g3a8526227be_0_5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8" name="Google Shape;218;g3a8526227be_0_5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g3a8526227be_0_5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27" name="Google Shape;227;g3a8526227be_0_52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g3a8526227be_0_5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35" name="Google Shape;235;g3a8526227be_0_53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g3a8526227be_0_54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43" name="Google Shape;243;g3a8526227be_0_54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g3a8526227be_0_54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51" name="Google Shape;251;g3a8526227be_0_54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g3a8526227be_0_55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59" name="Google Shape;259;g3a8526227be_0_55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g3a8526227be_0_56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67" name="Google Shape;267;g3a8526227be_0_56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g3a8526227be_0_56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75" name="Google Shape;275;g3a8526227be_0_56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g3a8526227be_0_57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83" name="Google Shape;283;g3a8526227be_0_57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g3a8526227be_0_58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91" name="Google Shape;291;g3a8526227be_0_58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g3a8526227be_0_58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99" name="Google Shape;299;g3a8526227be_0_58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g3a854632a9a_2_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08" name="Google Shape;308;g3a854632a9a_2_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g3a854632a9a_2_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16" name="Google Shape;316;g3a854632a9a_2_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g3a854632a9a_2_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24" name="Google Shape;324;g3a854632a9a_2_2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g3a854632a9a_2_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32" name="Google Shape;332;g3a854632a9a_2_3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g3a854632a9a_2_3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40" name="Google Shape;340;g3a854632a9a_2_3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g3a854632a9a_2_4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49" name="Google Shape;349;g3a854632a9a_2_4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g3a854632a9a_2_5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58" name="Google Shape;358;g3a854632a9a_2_5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g3a854632a9a_2_6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67" name="Google Shape;367;g3a854632a9a_2_6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g3a8526227be_0_59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75" name="Google Shape;375;g3a8526227be_0_59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g3a854632a9a_2_8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83" name="Google Shape;383;g3a854632a9a_2_8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g3a854632a9a_2_9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92" name="Google Shape;392;g3a854632a9a_2_9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g3a854632a9a_2_1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01" name="Google Shape;401;g3a854632a9a_2_11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 name="Shape 408"/>
        <p:cNvGrpSpPr/>
        <p:nvPr/>
      </p:nvGrpSpPr>
      <p:grpSpPr>
        <a:xfrm>
          <a:off x="0" y="0"/>
          <a:ext cx="0" cy="0"/>
          <a:chOff x="0" y="0"/>
          <a:chExt cx="0" cy="0"/>
        </a:xfrm>
      </p:grpSpPr>
      <p:sp>
        <p:nvSpPr>
          <p:cNvPr id="409" name="Google Shape;409;g3a854632a9a_2_1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10" name="Google Shape;410;g3a854632a9a_2_12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7" name="Shape 417"/>
        <p:cNvGrpSpPr/>
        <p:nvPr/>
      </p:nvGrpSpPr>
      <p:grpSpPr>
        <a:xfrm>
          <a:off x="0" y="0"/>
          <a:ext cx="0" cy="0"/>
          <a:chOff x="0" y="0"/>
          <a:chExt cx="0" cy="0"/>
        </a:xfrm>
      </p:grpSpPr>
      <p:sp>
        <p:nvSpPr>
          <p:cNvPr id="418" name="Google Shape;418;g3a854632a9a_2_14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19" name="Google Shape;419;g3a854632a9a_2_14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 name="Shape 426"/>
        <p:cNvGrpSpPr/>
        <p:nvPr/>
      </p:nvGrpSpPr>
      <p:grpSpPr>
        <a:xfrm>
          <a:off x="0" y="0"/>
          <a:ext cx="0" cy="0"/>
          <a:chOff x="0" y="0"/>
          <a:chExt cx="0" cy="0"/>
        </a:xfrm>
      </p:grpSpPr>
      <p:sp>
        <p:nvSpPr>
          <p:cNvPr id="427" name="Google Shape;427;g3a854632a9a_2_15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28" name="Google Shape;428;g3a854632a9a_2_15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g3a854632a9a_2_16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36" name="Google Shape;436;g3a854632a9a_2_16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 name="Shape 442"/>
        <p:cNvGrpSpPr/>
        <p:nvPr/>
      </p:nvGrpSpPr>
      <p:grpSpPr>
        <a:xfrm>
          <a:off x="0" y="0"/>
          <a:ext cx="0" cy="0"/>
          <a:chOff x="0" y="0"/>
          <a:chExt cx="0" cy="0"/>
        </a:xfrm>
      </p:grpSpPr>
      <p:sp>
        <p:nvSpPr>
          <p:cNvPr id="443" name="Google Shape;443;g3a854632a9a_2_17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44" name="Google Shape;444;g3a854632a9a_2_17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0" name="Shape 450"/>
        <p:cNvGrpSpPr/>
        <p:nvPr/>
      </p:nvGrpSpPr>
      <p:grpSpPr>
        <a:xfrm>
          <a:off x="0" y="0"/>
          <a:ext cx="0" cy="0"/>
          <a:chOff x="0" y="0"/>
          <a:chExt cx="0" cy="0"/>
        </a:xfrm>
      </p:grpSpPr>
      <p:sp>
        <p:nvSpPr>
          <p:cNvPr id="451" name="Google Shape;451;g3a854632a9a_2_18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52" name="Google Shape;452;g3a854632a9a_2_18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8" name="Shape 458"/>
        <p:cNvGrpSpPr/>
        <p:nvPr/>
      </p:nvGrpSpPr>
      <p:grpSpPr>
        <a:xfrm>
          <a:off x="0" y="0"/>
          <a:ext cx="0" cy="0"/>
          <a:chOff x="0" y="0"/>
          <a:chExt cx="0" cy="0"/>
        </a:xfrm>
      </p:grpSpPr>
      <p:sp>
        <p:nvSpPr>
          <p:cNvPr id="459" name="Google Shape;459;g3a854632a9a_2_18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60" name="Google Shape;460;g3a854632a9a_2_18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6" name="Shape 466"/>
        <p:cNvGrpSpPr/>
        <p:nvPr/>
      </p:nvGrpSpPr>
      <p:grpSpPr>
        <a:xfrm>
          <a:off x="0" y="0"/>
          <a:ext cx="0" cy="0"/>
          <a:chOff x="0" y="0"/>
          <a:chExt cx="0" cy="0"/>
        </a:xfrm>
      </p:grpSpPr>
      <p:sp>
        <p:nvSpPr>
          <p:cNvPr id="467" name="Google Shape;467;g3a854632a9a_2_19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68" name="Google Shape;468;g3a854632a9a_2_19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g3a854632a9a_2_35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76" name="Google Shape;476;g3a854632a9a_2_35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2" name="Shape 482"/>
        <p:cNvGrpSpPr/>
        <p:nvPr/>
      </p:nvGrpSpPr>
      <p:grpSpPr>
        <a:xfrm>
          <a:off x="0" y="0"/>
          <a:ext cx="0" cy="0"/>
          <a:chOff x="0" y="0"/>
          <a:chExt cx="0" cy="0"/>
        </a:xfrm>
      </p:grpSpPr>
      <p:sp>
        <p:nvSpPr>
          <p:cNvPr id="483" name="Google Shape;483;g3a854632a9a_2_36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84" name="Google Shape;484;g3a854632a9a_2_36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0" name="Shape 490"/>
        <p:cNvGrpSpPr/>
        <p:nvPr/>
      </p:nvGrpSpPr>
      <p:grpSpPr>
        <a:xfrm>
          <a:off x="0" y="0"/>
          <a:ext cx="0" cy="0"/>
          <a:chOff x="0" y="0"/>
          <a:chExt cx="0" cy="0"/>
        </a:xfrm>
      </p:grpSpPr>
      <p:sp>
        <p:nvSpPr>
          <p:cNvPr id="491" name="Google Shape;491;g3a854632a9a_2_36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92" name="Google Shape;492;g3a854632a9a_2_36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8" name="Shape 498"/>
        <p:cNvGrpSpPr/>
        <p:nvPr/>
      </p:nvGrpSpPr>
      <p:grpSpPr>
        <a:xfrm>
          <a:off x="0" y="0"/>
          <a:ext cx="0" cy="0"/>
          <a:chOff x="0" y="0"/>
          <a:chExt cx="0" cy="0"/>
        </a:xfrm>
      </p:grpSpPr>
      <p:sp>
        <p:nvSpPr>
          <p:cNvPr id="499" name="Google Shape;499;g3a854632a9a_2_37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00" name="Google Shape;500;g3a854632a9a_2_37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6" name="Shape 506"/>
        <p:cNvGrpSpPr/>
        <p:nvPr/>
      </p:nvGrpSpPr>
      <p:grpSpPr>
        <a:xfrm>
          <a:off x="0" y="0"/>
          <a:ext cx="0" cy="0"/>
          <a:chOff x="0" y="0"/>
          <a:chExt cx="0" cy="0"/>
        </a:xfrm>
      </p:grpSpPr>
      <p:sp>
        <p:nvSpPr>
          <p:cNvPr id="507" name="Google Shape;507;g3a854632a9a_2_38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08" name="Google Shape;508;g3a854632a9a_2_38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4" name="Shape 514"/>
        <p:cNvGrpSpPr/>
        <p:nvPr/>
      </p:nvGrpSpPr>
      <p:grpSpPr>
        <a:xfrm>
          <a:off x="0" y="0"/>
          <a:ext cx="0" cy="0"/>
          <a:chOff x="0" y="0"/>
          <a:chExt cx="0" cy="0"/>
        </a:xfrm>
      </p:grpSpPr>
      <p:sp>
        <p:nvSpPr>
          <p:cNvPr id="515" name="Google Shape;515;g3a854632a9a_2_39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16" name="Google Shape;516;g3a854632a9a_2_39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2" name="Shape 522"/>
        <p:cNvGrpSpPr/>
        <p:nvPr/>
      </p:nvGrpSpPr>
      <p:grpSpPr>
        <a:xfrm>
          <a:off x="0" y="0"/>
          <a:ext cx="0" cy="0"/>
          <a:chOff x="0" y="0"/>
          <a:chExt cx="0" cy="0"/>
        </a:xfrm>
      </p:grpSpPr>
      <p:sp>
        <p:nvSpPr>
          <p:cNvPr id="523" name="Google Shape;523;g3a854632a9a_2_39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24" name="Google Shape;524;g3a854632a9a_2_39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0" name="Shape 530"/>
        <p:cNvGrpSpPr/>
        <p:nvPr/>
      </p:nvGrpSpPr>
      <p:grpSpPr>
        <a:xfrm>
          <a:off x="0" y="0"/>
          <a:ext cx="0" cy="0"/>
          <a:chOff x="0" y="0"/>
          <a:chExt cx="0" cy="0"/>
        </a:xfrm>
      </p:grpSpPr>
      <p:sp>
        <p:nvSpPr>
          <p:cNvPr id="531" name="Google Shape;531;g3a854632a9a_2_7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32" name="Google Shape;532;g3a854632a9a_2_7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0" name="Shape 540"/>
        <p:cNvGrpSpPr/>
        <p:nvPr/>
      </p:nvGrpSpPr>
      <p:grpSpPr>
        <a:xfrm>
          <a:off x="0" y="0"/>
          <a:ext cx="0" cy="0"/>
          <a:chOff x="0" y="0"/>
          <a:chExt cx="0" cy="0"/>
        </a:xfrm>
      </p:grpSpPr>
      <p:sp>
        <p:nvSpPr>
          <p:cNvPr id="541" name="Google Shape;541;g3a854632a9a_2_20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42" name="Google Shape;542;g3a854632a9a_2_20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8" name="Shape 548"/>
        <p:cNvGrpSpPr/>
        <p:nvPr/>
      </p:nvGrpSpPr>
      <p:grpSpPr>
        <a:xfrm>
          <a:off x="0" y="0"/>
          <a:ext cx="0" cy="0"/>
          <a:chOff x="0" y="0"/>
          <a:chExt cx="0" cy="0"/>
        </a:xfrm>
      </p:grpSpPr>
      <p:sp>
        <p:nvSpPr>
          <p:cNvPr id="549" name="Google Shape;549;g3a854632a9a_2_2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50" name="Google Shape;550;g3a854632a9a_2_21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6" name="Shape 556"/>
        <p:cNvGrpSpPr/>
        <p:nvPr/>
      </p:nvGrpSpPr>
      <p:grpSpPr>
        <a:xfrm>
          <a:off x="0" y="0"/>
          <a:ext cx="0" cy="0"/>
          <a:chOff x="0" y="0"/>
          <a:chExt cx="0" cy="0"/>
        </a:xfrm>
      </p:grpSpPr>
      <p:sp>
        <p:nvSpPr>
          <p:cNvPr id="557" name="Google Shape;557;g3a854632a9a_2_2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58" name="Google Shape;558;g3a854632a9a_2_22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4" name="Shape 564"/>
        <p:cNvGrpSpPr/>
        <p:nvPr/>
      </p:nvGrpSpPr>
      <p:grpSpPr>
        <a:xfrm>
          <a:off x="0" y="0"/>
          <a:ext cx="0" cy="0"/>
          <a:chOff x="0" y="0"/>
          <a:chExt cx="0" cy="0"/>
        </a:xfrm>
      </p:grpSpPr>
      <p:sp>
        <p:nvSpPr>
          <p:cNvPr id="565" name="Google Shape;565;g3a854632a9a_2_2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66" name="Google Shape;566;g3a854632a9a_2_22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2" name="Shape 572"/>
        <p:cNvGrpSpPr/>
        <p:nvPr/>
      </p:nvGrpSpPr>
      <p:grpSpPr>
        <a:xfrm>
          <a:off x="0" y="0"/>
          <a:ext cx="0" cy="0"/>
          <a:chOff x="0" y="0"/>
          <a:chExt cx="0" cy="0"/>
        </a:xfrm>
      </p:grpSpPr>
      <p:sp>
        <p:nvSpPr>
          <p:cNvPr id="573" name="Google Shape;573;g3a854632a9a_2_23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74" name="Google Shape;574;g3a854632a9a_2_23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0" name="Shape 580"/>
        <p:cNvGrpSpPr/>
        <p:nvPr/>
      </p:nvGrpSpPr>
      <p:grpSpPr>
        <a:xfrm>
          <a:off x="0" y="0"/>
          <a:ext cx="0" cy="0"/>
          <a:chOff x="0" y="0"/>
          <a:chExt cx="0" cy="0"/>
        </a:xfrm>
      </p:grpSpPr>
      <p:sp>
        <p:nvSpPr>
          <p:cNvPr id="581" name="Google Shape;581;g3a854632a9a_2_24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82" name="Google Shape;582;g3a854632a9a_2_24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8" name="Shape 588"/>
        <p:cNvGrpSpPr/>
        <p:nvPr/>
      </p:nvGrpSpPr>
      <p:grpSpPr>
        <a:xfrm>
          <a:off x="0" y="0"/>
          <a:ext cx="0" cy="0"/>
          <a:chOff x="0" y="0"/>
          <a:chExt cx="0" cy="0"/>
        </a:xfrm>
      </p:grpSpPr>
      <p:sp>
        <p:nvSpPr>
          <p:cNvPr id="589" name="Google Shape;589;g3a854632a9a_2_25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90" name="Google Shape;590;g3a854632a9a_2_25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7" name="Shape 597"/>
        <p:cNvGrpSpPr/>
        <p:nvPr/>
      </p:nvGrpSpPr>
      <p:grpSpPr>
        <a:xfrm>
          <a:off x="0" y="0"/>
          <a:ext cx="0" cy="0"/>
          <a:chOff x="0" y="0"/>
          <a:chExt cx="0" cy="0"/>
        </a:xfrm>
      </p:grpSpPr>
      <p:sp>
        <p:nvSpPr>
          <p:cNvPr id="598" name="Google Shape;598;g3a854632a9a_2_26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99" name="Google Shape;599;g3a854632a9a_2_26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5" name="Shape 605"/>
        <p:cNvGrpSpPr/>
        <p:nvPr/>
      </p:nvGrpSpPr>
      <p:grpSpPr>
        <a:xfrm>
          <a:off x="0" y="0"/>
          <a:ext cx="0" cy="0"/>
          <a:chOff x="0" y="0"/>
          <a:chExt cx="0" cy="0"/>
        </a:xfrm>
      </p:grpSpPr>
      <p:sp>
        <p:nvSpPr>
          <p:cNvPr id="606" name="Google Shape;606;g3a854632a9a_2_27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07" name="Google Shape;607;g3a854632a9a_2_27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3" name="Shape 613"/>
        <p:cNvGrpSpPr/>
        <p:nvPr/>
      </p:nvGrpSpPr>
      <p:grpSpPr>
        <a:xfrm>
          <a:off x="0" y="0"/>
          <a:ext cx="0" cy="0"/>
          <a:chOff x="0" y="0"/>
          <a:chExt cx="0" cy="0"/>
        </a:xfrm>
      </p:grpSpPr>
      <p:sp>
        <p:nvSpPr>
          <p:cNvPr id="614" name="Google Shape;614;g3a854632a9a_2_28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15" name="Google Shape;615;g3a854632a9a_2_28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1" name="Shape 621"/>
        <p:cNvGrpSpPr/>
        <p:nvPr/>
      </p:nvGrpSpPr>
      <p:grpSpPr>
        <a:xfrm>
          <a:off x="0" y="0"/>
          <a:ext cx="0" cy="0"/>
          <a:chOff x="0" y="0"/>
          <a:chExt cx="0" cy="0"/>
        </a:xfrm>
      </p:grpSpPr>
      <p:sp>
        <p:nvSpPr>
          <p:cNvPr id="622" name="Google Shape;622;g3a854632a9a_2_29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23" name="Google Shape;623;g3a854632a9a_2_29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9" name="Shape 629"/>
        <p:cNvGrpSpPr/>
        <p:nvPr/>
      </p:nvGrpSpPr>
      <p:grpSpPr>
        <a:xfrm>
          <a:off x="0" y="0"/>
          <a:ext cx="0" cy="0"/>
          <a:chOff x="0" y="0"/>
          <a:chExt cx="0" cy="0"/>
        </a:xfrm>
      </p:grpSpPr>
      <p:sp>
        <p:nvSpPr>
          <p:cNvPr id="630" name="Google Shape;630;g3a854632a9a_2_28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31" name="Google Shape;631;g3a854632a9a_2_28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7" name="Shape 637"/>
        <p:cNvGrpSpPr/>
        <p:nvPr/>
      </p:nvGrpSpPr>
      <p:grpSpPr>
        <a:xfrm>
          <a:off x="0" y="0"/>
          <a:ext cx="0" cy="0"/>
          <a:chOff x="0" y="0"/>
          <a:chExt cx="0" cy="0"/>
        </a:xfrm>
      </p:grpSpPr>
      <p:sp>
        <p:nvSpPr>
          <p:cNvPr id="638" name="Google Shape;638;g3a8526227be_0_6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39" name="Google Shape;639;g3a8526227be_0_61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7" name="Shape 647"/>
        <p:cNvGrpSpPr/>
        <p:nvPr/>
      </p:nvGrpSpPr>
      <p:grpSpPr>
        <a:xfrm>
          <a:off x="0" y="0"/>
          <a:ext cx="0" cy="0"/>
          <a:chOff x="0" y="0"/>
          <a:chExt cx="0" cy="0"/>
        </a:xfrm>
      </p:grpSpPr>
      <p:sp>
        <p:nvSpPr>
          <p:cNvPr id="648" name="Google Shape;648;g3a854632a9a_2_3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49" name="Google Shape;649;g3a854632a9a_2_31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5" name="Shape 655"/>
        <p:cNvGrpSpPr/>
        <p:nvPr/>
      </p:nvGrpSpPr>
      <p:grpSpPr>
        <a:xfrm>
          <a:off x="0" y="0"/>
          <a:ext cx="0" cy="0"/>
          <a:chOff x="0" y="0"/>
          <a:chExt cx="0" cy="0"/>
        </a:xfrm>
      </p:grpSpPr>
      <p:sp>
        <p:nvSpPr>
          <p:cNvPr id="656" name="Google Shape;656;g3a854632a9a_2_3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57" name="Google Shape;657;g3a854632a9a_2_32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3" name="Shape 663"/>
        <p:cNvGrpSpPr/>
        <p:nvPr/>
      </p:nvGrpSpPr>
      <p:grpSpPr>
        <a:xfrm>
          <a:off x="0" y="0"/>
          <a:ext cx="0" cy="0"/>
          <a:chOff x="0" y="0"/>
          <a:chExt cx="0" cy="0"/>
        </a:xfrm>
      </p:grpSpPr>
      <p:sp>
        <p:nvSpPr>
          <p:cNvPr id="664" name="Google Shape;664;g3a854632a9a_2_3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65" name="Google Shape;665;g3a854632a9a_2_32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1" name="Shape 671"/>
        <p:cNvGrpSpPr/>
        <p:nvPr/>
      </p:nvGrpSpPr>
      <p:grpSpPr>
        <a:xfrm>
          <a:off x="0" y="0"/>
          <a:ext cx="0" cy="0"/>
          <a:chOff x="0" y="0"/>
          <a:chExt cx="0" cy="0"/>
        </a:xfrm>
      </p:grpSpPr>
      <p:sp>
        <p:nvSpPr>
          <p:cNvPr id="672" name="Google Shape;672;g3a854632a9a_2_33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73" name="Google Shape;673;g3a854632a9a_2_33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9" name="Shape 679"/>
        <p:cNvGrpSpPr/>
        <p:nvPr/>
      </p:nvGrpSpPr>
      <p:grpSpPr>
        <a:xfrm>
          <a:off x="0" y="0"/>
          <a:ext cx="0" cy="0"/>
          <a:chOff x="0" y="0"/>
          <a:chExt cx="0" cy="0"/>
        </a:xfrm>
      </p:grpSpPr>
      <p:sp>
        <p:nvSpPr>
          <p:cNvPr id="680" name="Google Shape;680;g3a854632a9a_2_34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81" name="Google Shape;681;g3a854632a9a_2_34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7" name="Shape 687"/>
        <p:cNvGrpSpPr/>
        <p:nvPr/>
      </p:nvGrpSpPr>
      <p:grpSpPr>
        <a:xfrm>
          <a:off x="0" y="0"/>
          <a:ext cx="0" cy="0"/>
          <a:chOff x="0" y="0"/>
          <a:chExt cx="0" cy="0"/>
        </a:xfrm>
      </p:grpSpPr>
      <p:sp>
        <p:nvSpPr>
          <p:cNvPr id="688" name="Google Shape;688;g3a8526227be_0_6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89" name="Google Shape;689;g3a8526227be_0_62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4" name="Shape 694"/>
        <p:cNvGrpSpPr/>
        <p:nvPr/>
      </p:nvGrpSpPr>
      <p:grpSpPr>
        <a:xfrm>
          <a:off x="0" y="0"/>
          <a:ext cx="0" cy="0"/>
          <a:chOff x="0" y="0"/>
          <a:chExt cx="0" cy="0"/>
        </a:xfrm>
      </p:grpSpPr>
      <p:sp>
        <p:nvSpPr>
          <p:cNvPr id="695" name="Google Shape;695;g3a8526227be_0_6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96" name="Google Shape;696;g3a8526227be_0_62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de título" type="title">
  <p:cSld name="TITLE">
    <p:spTree>
      <p:nvGrpSpPr>
        <p:cNvPr id="14" name="Shape 14"/>
        <p:cNvGrpSpPr/>
        <p:nvPr/>
      </p:nvGrpSpPr>
      <p:grpSpPr>
        <a:xfrm>
          <a:off x="0" y="0"/>
          <a:ext cx="0" cy="0"/>
          <a:chOff x="0" y="0"/>
          <a:chExt cx="0" cy="0"/>
        </a:xfrm>
      </p:grpSpPr>
      <p:sp>
        <p:nvSpPr>
          <p:cNvPr id="15" name="Google Shape;15;p2"/>
          <p:cNvSpPr/>
          <p:nvPr/>
        </p:nvSpPr>
        <p:spPr>
          <a:xfrm>
            <a:off x="446534" y="3085765"/>
            <a:ext cx="11262866" cy="33048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 name="Google Shape;16;p2"/>
          <p:cNvSpPr txBox="1"/>
          <p:nvPr>
            <p:ph type="ctrTitle"/>
          </p:nvPr>
        </p:nvSpPr>
        <p:spPr>
          <a:xfrm>
            <a:off x="581191" y="1020431"/>
            <a:ext cx="10993549" cy="1475013"/>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accent1"/>
              </a:buClr>
              <a:buSzPts val="3600"/>
              <a:buFont typeface="Gill Sans"/>
              <a:buNone/>
              <a:defRPr sz="3600">
                <a:solidFill>
                  <a:schemeClr val="accen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2"/>
          <p:cNvSpPr txBox="1"/>
          <p:nvPr>
            <p:ph idx="1" type="subTitle"/>
          </p:nvPr>
        </p:nvSpPr>
        <p:spPr>
          <a:xfrm>
            <a:off x="581194" y="2495445"/>
            <a:ext cx="10993546" cy="590321"/>
          </a:xfrm>
          <a:prstGeom prst="rect">
            <a:avLst/>
          </a:prstGeom>
          <a:noFill/>
          <a:ln>
            <a:noFill/>
          </a:ln>
        </p:spPr>
        <p:txBody>
          <a:bodyPr anchorCtr="0" anchor="t" bIns="45700" lIns="91425" spcFirstLastPara="1" rIns="91425" wrap="square" tIns="45700">
            <a:normAutofit/>
          </a:bodyPr>
          <a:lstStyle>
            <a:lvl1pPr lvl="0" algn="l">
              <a:lnSpc>
                <a:spcPct val="100000"/>
              </a:lnSpc>
              <a:spcBef>
                <a:spcPts val="320"/>
              </a:spcBef>
              <a:spcAft>
                <a:spcPts val="0"/>
              </a:spcAft>
              <a:buSzPts val="1472"/>
              <a:buNone/>
              <a:defRPr sz="1600" cap="none">
                <a:solidFill>
                  <a:schemeClr val="accent2"/>
                </a:solidFill>
              </a:defRPr>
            </a:lvl1pPr>
            <a:lvl2pPr lvl="1" algn="ctr">
              <a:lnSpc>
                <a:spcPct val="100000"/>
              </a:lnSpc>
              <a:spcBef>
                <a:spcPts val="600"/>
              </a:spcBef>
              <a:spcAft>
                <a:spcPts val="0"/>
              </a:spcAft>
              <a:buSzPts val="1472"/>
              <a:buNone/>
              <a:defRPr>
                <a:solidFill>
                  <a:srgbClr val="888888"/>
                </a:solidFill>
              </a:defRPr>
            </a:lvl2pPr>
            <a:lvl3pPr lvl="2" algn="ctr">
              <a:lnSpc>
                <a:spcPct val="100000"/>
              </a:lnSpc>
              <a:spcBef>
                <a:spcPts val="600"/>
              </a:spcBef>
              <a:spcAft>
                <a:spcPts val="0"/>
              </a:spcAft>
              <a:buSzPts val="1288"/>
              <a:buNone/>
              <a:defRPr>
                <a:solidFill>
                  <a:srgbClr val="888888"/>
                </a:solidFill>
              </a:defRPr>
            </a:lvl3pPr>
            <a:lvl4pPr lvl="3" algn="ctr">
              <a:lnSpc>
                <a:spcPct val="100000"/>
              </a:lnSpc>
              <a:spcBef>
                <a:spcPts val="600"/>
              </a:spcBef>
              <a:spcAft>
                <a:spcPts val="0"/>
              </a:spcAft>
              <a:buSzPts val="1104"/>
              <a:buNone/>
              <a:defRPr>
                <a:solidFill>
                  <a:srgbClr val="888888"/>
                </a:solidFill>
              </a:defRPr>
            </a:lvl4pPr>
            <a:lvl5pPr lvl="4" algn="ctr">
              <a:lnSpc>
                <a:spcPct val="100000"/>
              </a:lnSpc>
              <a:spcBef>
                <a:spcPts val="600"/>
              </a:spcBef>
              <a:spcAft>
                <a:spcPts val="0"/>
              </a:spcAft>
              <a:buSzPts val="1104"/>
              <a:buNone/>
              <a:defRPr>
                <a:solidFill>
                  <a:srgbClr val="888888"/>
                </a:solidFill>
              </a:defRPr>
            </a:lvl5pPr>
            <a:lvl6pPr lvl="5" algn="ctr">
              <a:lnSpc>
                <a:spcPct val="100000"/>
              </a:lnSpc>
              <a:spcBef>
                <a:spcPts val="600"/>
              </a:spcBef>
              <a:spcAft>
                <a:spcPts val="0"/>
              </a:spcAft>
              <a:buSzPts val="1104"/>
              <a:buNone/>
              <a:defRPr>
                <a:solidFill>
                  <a:srgbClr val="888888"/>
                </a:solidFill>
              </a:defRPr>
            </a:lvl6pPr>
            <a:lvl7pPr lvl="6" algn="ctr">
              <a:lnSpc>
                <a:spcPct val="100000"/>
              </a:lnSpc>
              <a:spcBef>
                <a:spcPts val="600"/>
              </a:spcBef>
              <a:spcAft>
                <a:spcPts val="0"/>
              </a:spcAft>
              <a:buSzPts val="1104"/>
              <a:buNone/>
              <a:defRPr>
                <a:solidFill>
                  <a:srgbClr val="888888"/>
                </a:solidFill>
              </a:defRPr>
            </a:lvl7pPr>
            <a:lvl8pPr lvl="7" algn="ctr">
              <a:lnSpc>
                <a:spcPct val="100000"/>
              </a:lnSpc>
              <a:spcBef>
                <a:spcPts val="600"/>
              </a:spcBef>
              <a:spcAft>
                <a:spcPts val="0"/>
              </a:spcAft>
              <a:buSzPts val="1104"/>
              <a:buNone/>
              <a:defRPr>
                <a:solidFill>
                  <a:srgbClr val="888888"/>
                </a:solidFill>
              </a:defRPr>
            </a:lvl8pPr>
            <a:lvl9pPr lvl="8" algn="ctr">
              <a:lnSpc>
                <a:spcPct val="100000"/>
              </a:lnSpc>
              <a:spcBef>
                <a:spcPts val="600"/>
              </a:spcBef>
              <a:spcAft>
                <a:spcPts val="600"/>
              </a:spcAft>
              <a:buSzPts val="1104"/>
              <a:buNone/>
              <a:defRPr>
                <a:solidFill>
                  <a:srgbClr val="888888"/>
                </a:solidFill>
              </a:defRPr>
            </a:lvl9pPr>
          </a:lstStyle>
          <a:p/>
        </p:txBody>
      </p:sp>
      <p:sp>
        <p:nvSpPr>
          <p:cNvPr id="18" name="Google Shape;18;p2"/>
          <p:cNvSpPr txBox="1"/>
          <p:nvPr>
            <p:ph idx="10" type="dt"/>
          </p:nvPr>
        </p:nvSpPr>
        <p:spPr>
          <a:xfrm>
            <a:off x="7605951" y="5956137"/>
            <a:ext cx="284480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2"/>
          <p:cNvSpPr txBox="1"/>
          <p:nvPr>
            <p:ph idx="11" type="ftr"/>
          </p:nvPr>
        </p:nvSpPr>
        <p:spPr>
          <a:xfrm>
            <a:off x="581192" y="5951811"/>
            <a:ext cx="691721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2"/>
          <p:cNvSpPr txBox="1"/>
          <p:nvPr>
            <p:ph idx="12" type="sldNum"/>
          </p:nvPr>
        </p:nvSpPr>
        <p:spPr>
          <a:xfrm>
            <a:off x="10558300" y="5956137"/>
            <a:ext cx="101644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2D58AC"/>
                </a:solidFill>
                <a:latin typeface="Gill Sans"/>
                <a:ea typeface="Gill Sans"/>
                <a:cs typeface="Gill Sans"/>
                <a:sym typeface="Gill Sans"/>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2D58AC"/>
                </a:solidFill>
                <a:latin typeface="Gill Sans"/>
                <a:ea typeface="Gill Sans"/>
                <a:cs typeface="Gill Sans"/>
                <a:sym typeface="Gill Sans"/>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2D58AC"/>
                </a:solidFill>
                <a:latin typeface="Gill Sans"/>
                <a:ea typeface="Gill Sans"/>
                <a:cs typeface="Gill Sans"/>
                <a:sym typeface="Gill Sans"/>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2D58AC"/>
                </a:solidFill>
                <a:latin typeface="Gill Sans"/>
                <a:ea typeface="Gill Sans"/>
                <a:cs typeface="Gill Sans"/>
                <a:sym typeface="Gill Sans"/>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2D58AC"/>
                </a:solidFill>
                <a:latin typeface="Gill Sans"/>
                <a:ea typeface="Gill Sans"/>
                <a:cs typeface="Gill Sans"/>
                <a:sym typeface="Gill Sans"/>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2D58AC"/>
                </a:solidFill>
                <a:latin typeface="Gill Sans"/>
                <a:ea typeface="Gill Sans"/>
                <a:cs typeface="Gill Sans"/>
                <a:sym typeface="Gill Sans"/>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2D58AC"/>
                </a:solidFill>
                <a:latin typeface="Gill Sans"/>
                <a:ea typeface="Gill Sans"/>
                <a:cs typeface="Gill Sans"/>
                <a:sym typeface="Gill Sans"/>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2D58AC"/>
                </a:solidFill>
                <a:latin typeface="Gill Sans"/>
                <a:ea typeface="Gill Sans"/>
                <a:cs typeface="Gill Sans"/>
                <a:sym typeface="Gill Sans"/>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2D58AC"/>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21" name="Shape 21"/>
        <p:cNvGrpSpPr/>
        <p:nvPr/>
      </p:nvGrpSpPr>
      <p:grpSpPr>
        <a:xfrm>
          <a:off x="0" y="0"/>
          <a:ext cx="0" cy="0"/>
          <a:chOff x="0" y="0"/>
          <a:chExt cx="0" cy="0"/>
        </a:xfrm>
      </p:grpSpPr>
      <p:sp>
        <p:nvSpPr>
          <p:cNvPr id="22" name="Google Shape;22;p3"/>
          <p:cNvSpPr/>
          <p:nvPr/>
        </p:nvSpPr>
        <p:spPr>
          <a:xfrm>
            <a:off x="440286" y="614407"/>
            <a:ext cx="11309338" cy="1189298"/>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 name="Google Shape;23;p3"/>
          <p:cNvSpPr txBox="1"/>
          <p:nvPr>
            <p:ph type="title"/>
          </p:nvPr>
        </p:nvSpPr>
        <p:spPr>
          <a:xfrm>
            <a:off x="581192" y="702156"/>
            <a:ext cx="11029616" cy="101380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3"/>
          <p:cNvSpPr txBox="1"/>
          <p:nvPr>
            <p:ph idx="1" type="body"/>
          </p:nvPr>
        </p:nvSpPr>
        <p:spPr>
          <a:xfrm>
            <a:off x="581192" y="2180496"/>
            <a:ext cx="11029615" cy="3678303"/>
          </a:xfrm>
          <a:prstGeom prst="rect">
            <a:avLst/>
          </a:prstGeom>
          <a:noFill/>
          <a:ln>
            <a:noFill/>
          </a:ln>
        </p:spPr>
        <p:txBody>
          <a:bodyPr anchorCtr="0" anchor="ctr" bIns="45700" lIns="91425" spcFirstLastPara="1" rIns="91425" wrap="square" tIns="45700">
            <a:normAutofit/>
          </a:bodyPr>
          <a:lstStyle>
            <a:lvl1pPr indent="-333756" lvl="0" marL="457200" algn="l">
              <a:lnSpc>
                <a:spcPct val="100000"/>
              </a:lnSpc>
              <a:spcBef>
                <a:spcPts val="360"/>
              </a:spcBef>
              <a:spcAft>
                <a:spcPts val="0"/>
              </a:spcAft>
              <a:buSzPts val="1656"/>
              <a:buChar char="◼"/>
              <a:defRPr/>
            </a:lvl1pPr>
            <a:lvl2pPr indent="-333756" lvl="1" marL="914400" algn="l">
              <a:lnSpc>
                <a:spcPct val="100000"/>
              </a:lnSpc>
              <a:spcBef>
                <a:spcPts val="600"/>
              </a:spcBef>
              <a:spcAft>
                <a:spcPts val="0"/>
              </a:spcAft>
              <a:buSzPts val="1656"/>
              <a:buChar char="◼"/>
              <a:defRPr/>
            </a:lvl2pPr>
            <a:lvl3pPr indent="-333756" lvl="2" marL="1371600" algn="l">
              <a:lnSpc>
                <a:spcPct val="100000"/>
              </a:lnSpc>
              <a:spcBef>
                <a:spcPts val="600"/>
              </a:spcBef>
              <a:spcAft>
                <a:spcPts val="0"/>
              </a:spcAft>
              <a:buSzPts val="1656"/>
              <a:buChar char="◼"/>
              <a:defRPr/>
            </a:lvl3pPr>
            <a:lvl4pPr indent="-333756" lvl="3" marL="1828800" algn="l">
              <a:lnSpc>
                <a:spcPct val="100000"/>
              </a:lnSpc>
              <a:spcBef>
                <a:spcPts val="600"/>
              </a:spcBef>
              <a:spcAft>
                <a:spcPts val="0"/>
              </a:spcAft>
              <a:buSzPts val="1656"/>
              <a:buChar char="◼"/>
              <a:defRPr/>
            </a:lvl4pPr>
            <a:lvl5pPr indent="-333756" lvl="4" marL="2286000" algn="l">
              <a:lnSpc>
                <a:spcPct val="100000"/>
              </a:lnSpc>
              <a:spcBef>
                <a:spcPts val="600"/>
              </a:spcBef>
              <a:spcAft>
                <a:spcPts val="0"/>
              </a:spcAft>
              <a:buSzPts val="1656"/>
              <a:buChar char="◼"/>
              <a:defRPr/>
            </a:lvl5pPr>
            <a:lvl6pPr indent="-333756" lvl="5" marL="2743200" algn="l">
              <a:lnSpc>
                <a:spcPct val="100000"/>
              </a:lnSpc>
              <a:spcBef>
                <a:spcPts val="600"/>
              </a:spcBef>
              <a:spcAft>
                <a:spcPts val="0"/>
              </a:spcAft>
              <a:buSzPts val="1656"/>
              <a:buChar char="◼"/>
              <a:defRPr/>
            </a:lvl6pPr>
            <a:lvl7pPr indent="-333756" lvl="6" marL="3200400" algn="l">
              <a:lnSpc>
                <a:spcPct val="100000"/>
              </a:lnSpc>
              <a:spcBef>
                <a:spcPts val="600"/>
              </a:spcBef>
              <a:spcAft>
                <a:spcPts val="0"/>
              </a:spcAft>
              <a:buSzPts val="1656"/>
              <a:buChar char="◼"/>
              <a:defRPr/>
            </a:lvl7pPr>
            <a:lvl8pPr indent="-333756" lvl="7" marL="3657600" algn="l">
              <a:lnSpc>
                <a:spcPct val="100000"/>
              </a:lnSpc>
              <a:spcBef>
                <a:spcPts val="600"/>
              </a:spcBef>
              <a:spcAft>
                <a:spcPts val="0"/>
              </a:spcAft>
              <a:buSzPts val="1656"/>
              <a:buChar char="◼"/>
              <a:defRPr/>
            </a:lvl8pPr>
            <a:lvl9pPr indent="-333756" lvl="8" marL="4114800" algn="l">
              <a:lnSpc>
                <a:spcPct val="100000"/>
              </a:lnSpc>
              <a:spcBef>
                <a:spcPts val="600"/>
              </a:spcBef>
              <a:spcAft>
                <a:spcPts val="600"/>
              </a:spcAft>
              <a:buSzPts val="1656"/>
              <a:buChar char="◼"/>
              <a:defRPr/>
            </a:lvl9pPr>
          </a:lstStyle>
          <a:p/>
        </p:txBody>
      </p:sp>
      <p:sp>
        <p:nvSpPr>
          <p:cNvPr id="25" name="Google Shape;25;p3"/>
          <p:cNvSpPr txBox="1"/>
          <p:nvPr>
            <p:ph idx="10" type="dt"/>
          </p:nvPr>
        </p:nvSpPr>
        <p:spPr>
          <a:xfrm>
            <a:off x="7605951" y="5956137"/>
            <a:ext cx="2844799"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3"/>
          <p:cNvSpPr txBox="1"/>
          <p:nvPr>
            <p:ph idx="11" type="ftr"/>
          </p:nvPr>
        </p:nvSpPr>
        <p:spPr>
          <a:xfrm>
            <a:off x="581192" y="5951811"/>
            <a:ext cx="691721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3"/>
          <p:cNvSpPr txBox="1"/>
          <p:nvPr>
            <p:ph idx="12" type="sldNum"/>
          </p:nvPr>
        </p:nvSpPr>
        <p:spPr>
          <a:xfrm>
            <a:off x="10558300" y="5956137"/>
            <a:ext cx="1052508"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cabezado de sección" type="secHead">
  <p:cSld name="SECTION_HEADER">
    <p:spTree>
      <p:nvGrpSpPr>
        <p:cNvPr id="28" name="Shape 28"/>
        <p:cNvGrpSpPr/>
        <p:nvPr/>
      </p:nvGrpSpPr>
      <p:grpSpPr>
        <a:xfrm>
          <a:off x="0" y="0"/>
          <a:ext cx="0" cy="0"/>
          <a:chOff x="0" y="0"/>
          <a:chExt cx="0" cy="0"/>
        </a:xfrm>
      </p:grpSpPr>
      <p:sp>
        <p:nvSpPr>
          <p:cNvPr id="29" name="Google Shape;29;p4"/>
          <p:cNvSpPr/>
          <p:nvPr/>
        </p:nvSpPr>
        <p:spPr>
          <a:xfrm>
            <a:off x="447817" y="5141974"/>
            <a:ext cx="11290860" cy="1258827"/>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 name="Google Shape;30;p4"/>
          <p:cNvSpPr txBox="1"/>
          <p:nvPr>
            <p:ph type="title"/>
          </p:nvPr>
        </p:nvSpPr>
        <p:spPr>
          <a:xfrm>
            <a:off x="581193" y="3043910"/>
            <a:ext cx="11029615" cy="1497507"/>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accent1"/>
              </a:buClr>
              <a:buSzPts val="3600"/>
              <a:buFont typeface="Gill Sans"/>
              <a:buNone/>
              <a:defRPr b="0" sz="3600" cap="none">
                <a:solidFill>
                  <a:schemeClr val="accen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4"/>
          <p:cNvSpPr txBox="1"/>
          <p:nvPr>
            <p:ph idx="1" type="body"/>
          </p:nvPr>
        </p:nvSpPr>
        <p:spPr>
          <a:xfrm>
            <a:off x="581192" y="4541417"/>
            <a:ext cx="11029615" cy="600556"/>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60"/>
              </a:spcBef>
              <a:spcAft>
                <a:spcPts val="0"/>
              </a:spcAft>
              <a:buSzPts val="1656"/>
              <a:buNone/>
              <a:defRPr sz="1800" cap="none">
                <a:solidFill>
                  <a:schemeClr val="accent2"/>
                </a:solidFill>
              </a:defRPr>
            </a:lvl1pPr>
            <a:lvl2pPr indent="-228600" lvl="1" marL="914400" algn="l">
              <a:lnSpc>
                <a:spcPct val="100000"/>
              </a:lnSpc>
              <a:spcBef>
                <a:spcPts val="600"/>
              </a:spcBef>
              <a:spcAft>
                <a:spcPts val="0"/>
              </a:spcAft>
              <a:buSzPts val="1656"/>
              <a:buNone/>
              <a:defRPr sz="1800">
                <a:solidFill>
                  <a:srgbClr val="888888"/>
                </a:solidFill>
              </a:defRPr>
            </a:lvl2pPr>
            <a:lvl3pPr indent="-228600" lvl="2" marL="1371600" algn="l">
              <a:lnSpc>
                <a:spcPct val="100000"/>
              </a:lnSpc>
              <a:spcBef>
                <a:spcPts val="600"/>
              </a:spcBef>
              <a:spcAft>
                <a:spcPts val="0"/>
              </a:spcAft>
              <a:buSzPts val="1472"/>
              <a:buNone/>
              <a:defRPr sz="1600">
                <a:solidFill>
                  <a:srgbClr val="888888"/>
                </a:solidFill>
              </a:defRPr>
            </a:lvl3pPr>
            <a:lvl4pPr indent="-228600" lvl="3" marL="1828800" algn="l">
              <a:lnSpc>
                <a:spcPct val="100000"/>
              </a:lnSpc>
              <a:spcBef>
                <a:spcPts val="600"/>
              </a:spcBef>
              <a:spcAft>
                <a:spcPts val="0"/>
              </a:spcAft>
              <a:buSzPts val="1288"/>
              <a:buNone/>
              <a:defRPr sz="1400">
                <a:solidFill>
                  <a:srgbClr val="888888"/>
                </a:solidFill>
              </a:defRPr>
            </a:lvl4pPr>
            <a:lvl5pPr indent="-228600" lvl="4" marL="2286000" algn="l">
              <a:lnSpc>
                <a:spcPct val="100000"/>
              </a:lnSpc>
              <a:spcBef>
                <a:spcPts val="600"/>
              </a:spcBef>
              <a:spcAft>
                <a:spcPts val="0"/>
              </a:spcAft>
              <a:buSzPts val="1288"/>
              <a:buNone/>
              <a:defRPr sz="1400">
                <a:solidFill>
                  <a:srgbClr val="888888"/>
                </a:solidFill>
              </a:defRPr>
            </a:lvl5pPr>
            <a:lvl6pPr indent="-228600" lvl="5" marL="2743200" algn="l">
              <a:lnSpc>
                <a:spcPct val="100000"/>
              </a:lnSpc>
              <a:spcBef>
                <a:spcPts val="600"/>
              </a:spcBef>
              <a:spcAft>
                <a:spcPts val="0"/>
              </a:spcAft>
              <a:buSzPts val="1288"/>
              <a:buNone/>
              <a:defRPr sz="1400">
                <a:solidFill>
                  <a:srgbClr val="888888"/>
                </a:solidFill>
              </a:defRPr>
            </a:lvl6pPr>
            <a:lvl7pPr indent="-228600" lvl="6" marL="3200400" algn="l">
              <a:lnSpc>
                <a:spcPct val="100000"/>
              </a:lnSpc>
              <a:spcBef>
                <a:spcPts val="600"/>
              </a:spcBef>
              <a:spcAft>
                <a:spcPts val="0"/>
              </a:spcAft>
              <a:buSzPts val="1288"/>
              <a:buNone/>
              <a:defRPr sz="1400">
                <a:solidFill>
                  <a:srgbClr val="888888"/>
                </a:solidFill>
              </a:defRPr>
            </a:lvl7pPr>
            <a:lvl8pPr indent="-228600" lvl="7" marL="3657600" algn="l">
              <a:lnSpc>
                <a:spcPct val="100000"/>
              </a:lnSpc>
              <a:spcBef>
                <a:spcPts val="600"/>
              </a:spcBef>
              <a:spcAft>
                <a:spcPts val="0"/>
              </a:spcAft>
              <a:buSzPts val="1288"/>
              <a:buNone/>
              <a:defRPr sz="1400">
                <a:solidFill>
                  <a:srgbClr val="888888"/>
                </a:solidFill>
              </a:defRPr>
            </a:lvl8pPr>
            <a:lvl9pPr indent="-228600" lvl="8" marL="4114800" algn="l">
              <a:lnSpc>
                <a:spcPct val="100000"/>
              </a:lnSpc>
              <a:spcBef>
                <a:spcPts val="600"/>
              </a:spcBef>
              <a:spcAft>
                <a:spcPts val="600"/>
              </a:spcAft>
              <a:buSzPts val="1288"/>
              <a:buNone/>
              <a:defRPr sz="1400">
                <a:solidFill>
                  <a:srgbClr val="888888"/>
                </a:solidFill>
              </a:defRPr>
            </a:lvl9pPr>
          </a:lstStyle>
          <a:p/>
        </p:txBody>
      </p:sp>
      <p:sp>
        <p:nvSpPr>
          <p:cNvPr id="32" name="Google Shape;32;p4"/>
          <p:cNvSpPr txBox="1"/>
          <p:nvPr>
            <p:ph idx="10" type="dt"/>
          </p:nvPr>
        </p:nvSpPr>
        <p:spPr>
          <a:xfrm>
            <a:off x="7605951" y="5956137"/>
            <a:ext cx="2844799"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4"/>
          <p:cNvSpPr txBox="1"/>
          <p:nvPr>
            <p:ph idx="11" type="ftr"/>
          </p:nvPr>
        </p:nvSpPr>
        <p:spPr>
          <a:xfrm>
            <a:off x="581192" y="5951811"/>
            <a:ext cx="691721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4"/>
          <p:cNvSpPr txBox="1"/>
          <p:nvPr>
            <p:ph idx="12" type="sldNum"/>
          </p:nvPr>
        </p:nvSpPr>
        <p:spPr>
          <a:xfrm>
            <a:off x="10558300" y="5956137"/>
            <a:ext cx="105251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2D58AC"/>
                </a:solidFill>
                <a:latin typeface="Gill Sans"/>
                <a:ea typeface="Gill Sans"/>
                <a:cs typeface="Gill Sans"/>
                <a:sym typeface="Gill Sans"/>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2D58AC"/>
                </a:solidFill>
                <a:latin typeface="Gill Sans"/>
                <a:ea typeface="Gill Sans"/>
                <a:cs typeface="Gill Sans"/>
                <a:sym typeface="Gill Sans"/>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2D58AC"/>
                </a:solidFill>
                <a:latin typeface="Gill Sans"/>
                <a:ea typeface="Gill Sans"/>
                <a:cs typeface="Gill Sans"/>
                <a:sym typeface="Gill Sans"/>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2D58AC"/>
                </a:solidFill>
                <a:latin typeface="Gill Sans"/>
                <a:ea typeface="Gill Sans"/>
                <a:cs typeface="Gill Sans"/>
                <a:sym typeface="Gill Sans"/>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2D58AC"/>
                </a:solidFill>
                <a:latin typeface="Gill Sans"/>
                <a:ea typeface="Gill Sans"/>
                <a:cs typeface="Gill Sans"/>
                <a:sym typeface="Gill Sans"/>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2D58AC"/>
                </a:solidFill>
                <a:latin typeface="Gill Sans"/>
                <a:ea typeface="Gill Sans"/>
                <a:cs typeface="Gill Sans"/>
                <a:sym typeface="Gill Sans"/>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2D58AC"/>
                </a:solidFill>
                <a:latin typeface="Gill Sans"/>
                <a:ea typeface="Gill Sans"/>
                <a:cs typeface="Gill Sans"/>
                <a:sym typeface="Gill Sans"/>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2D58AC"/>
                </a:solidFill>
                <a:latin typeface="Gill Sans"/>
                <a:ea typeface="Gill Sans"/>
                <a:cs typeface="Gill Sans"/>
                <a:sym typeface="Gill Sans"/>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2D58AC"/>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os objetos" type="twoObj">
  <p:cSld name="TWO_OBJECTS">
    <p:spTree>
      <p:nvGrpSpPr>
        <p:cNvPr id="35" name="Shape 35"/>
        <p:cNvGrpSpPr/>
        <p:nvPr/>
      </p:nvGrpSpPr>
      <p:grpSpPr>
        <a:xfrm>
          <a:off x="0" y="0"/>
          <a:ext cx="0" cy="0"/>
          <a:chOff x="0" y="0"/>
          <a:chExt cx="0" cy="0"/>
        </a:xfrm>
      </p:grpSpPr>
      <p:sp>
        <p:nvSpPr>
          <p:cNvPr id="36" name="Google Shape;36;p5"/>
          <p:cNvSpPr/>
          <p:nvPr/>
        </p:nvSpPr>
        <p:spPr>
          <a:xfrm>
            <a:off x="445982" y="606554"/>
            <a:ext cx="11300036" cy="1258827"/>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 name="Google Shape;37;p5"/>
          <p:cNvSpPr txBox="1"/>
          <p:nvPr>
            <p:ph type="title"/>
          </p:nvPr>
        </p:nvSpPr>
        <p:spPr>
          <a:xfrm>
            <a:off x="581193" y="729658"/>
            <a:ext cx="11029616" cy="988332"/>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5"/>
          <p:cNvSpPr txBox="1"/>
          <p:nvPr>
            <p:ph idx="1" type="body"/>
          </p:nvPr>
        </p:nvSpPr>
        <p:spPr>
          <a:xfrm>
            <a:off x="581193" y="2228003"/>
            <a:ext cx="5422390" cy="3633047"/>
          </a:xfrm>
          <a:prstGeom prst="rect">
            <a:avLst/>
          </a:prstGeom>
          <a:noFill/>
          <a:ln>
            <a:noFill/>
          </a:ln>
        </p:spPr>
        <p:txBody>
          <a:bodyPr anchorCtr="0" anchor="ctr" bIns="45700" lIns="91425" spcFirstLastPara="1" rIns="91425" wrap="square" tIns="45700">
            <a:normAutofit/>
          </a:bodyPr>
          <a:lstStyle>
            <a:lvl1pPr indent="-333756" lvl="0" marL="457200" algn="l">
              <a:lnSpc>
                <a:spcPct val="100000"/>
              </a:lnSpc>
              <a:spcBef>
                <a:spcPts val="360"/>
              </a:spcBef>
              <a:spcAft>
                <a:spcPts val="0"/>
              </a:spcAft>
              <a:buSzPts val="1656"/>
              <a:buChar char="◼"/>
              <a:defRPr/>
            </a:lvl1pPr>
            <a:lvl2pPr indent="-333756" lvl="1" marL="914400" algn="l">
              <a:lnSpc>
                <a:spcPct val="100000"/>
              </a:lnSpc>
              <a:spcBef>
                <a:spcPts val="600"/>
              </a:spcBef>
              <a:spcAft>
                <a:spcPts val="0"/>
              </a:spcAft>
              <a:buSzPts val="1656"/>
              <a:buChar char="◼"/>
              <a:defRPr/>
            </a:lvl2pPr>
            <a:lvl3pPr indent="-333756" lvl="2" marL="1371600" algn="l">
              <a:lnSpc>
                <a:spcPct val="100000"/>
              </a:lnSpc>
              <a:spcBef>
                <a:spcPts val="600"/>
              </a:spcBef>
              <a:spcAft>
                <a:spcPts val="0"/>
              </a:spcAft>
              <a:buSzPts val="1656"/>
              <a:buChar char="◼"/>
              <a:defRPr/>
            </a:lvl3pPr>
            <a:lvl4pPr indent="-333756" lvl="3" marL="1828800" algn="l">
              <a:lnSpc>
                <a:spcPct val="100000"/>
              </a:lnSpc>
              <a:spcBef>
                <a:spcPts val="600"/>
              </a:spcBef>
              <a:spcAft>
                <a:spcPts val="0"/>
              </a:spcAft>
              <a:buSzPts val="1656"/>
              <a:buChar char="◼"/>
              <a:defRPr/>
            </a:lvl4pPr>
            <a:lvl5pPr indent="-333756" lvl="4" marL="2286000" algn="l">
              <a:lnSpc>
                <a:spcPct val="100000"/>
              </a:lnSpc>
              <a:spcBef>
                <a:spcPts val="600"/>
              </a:spcBef>
              <a:spcAft>
                <a:spcPts val="0"/>
              </a:spcAft>
              <a:buSzPts val="1656"/>
              <a:buChar char="◼"/>
              <a:defRPr/>
            </a:lvl5pPr>
            <a:lvl6pPr indent="-333756" lvl="5" marL="2743200" algn="l">
              <a:lnSpc>
                <a:spcPct val="100000"/>
              </a:lnSpc>
              <a:spcBef>
                <a:spcPts val="600"/>
              </a:spcBef>
              <a:spcAft>
                <a:spcPts val="0"/>
              </a:spcAft>
              <a:buSzPts val="1656"/>
              <a:buChar char="◼"/>
              <a:defRPr/>
            </a:lvl6pPr>
            <a:lvl7pPr indent="-333756" lvl="6" marL="3200400" algn="l">
              <a:lnSpc>
                <a:spcPct val="100000"/>
              </a:lnSpc>
              <a:spcBef>
                <a:spcPts val="600"/>
              </a:spcBef>
              <a:spcAft>
                <a:spcPts val="0"/>
              </a:spcAft>
              <a:buSzPts val="1656"/>
              <a:buChar char="◼"/>
              <a:defRPr/>
            </a:lvl7pPr>
            <a:lvl8pPr indent="-333756" lvl="7" marL="3657600" algn="l">
              <a:lnSpc>
                <a:spcPct val="100000"/>
              </a:lnSpc>
              <a:spcBef>
                <a:spcPts val="600"/>
              </a:spcBef>
              <a:spcAft>
                <a:spcPts val="0"/>
              </a:spcAft>
              <a:buSzPts val="1656"/>
              <a:buChar char="◼"/>
              <a:defRPr/>
            </a:lvl8pPr>
            <a:lvl9pPr indent="-333756" lvl="8" marL="4114800" algn="l">
              <a:lnSpc>
                <a:spcPct val="100000"/>
              </a:lnSpc>
              <a:spcBef>
                <a:spcPts val="600"/>
              </a:spcBef>
              <a:spcAft>
                <a:spcPts val="600"/>
              </a:spcAft>
              <a:buSzPts val="1656"/>
              <a:buChar char="◼"/>
              <a:defRPr/>
            </a:lvl9pPr>
          </a:lstStyle>
          <a:p/>
        </p:txBody>
      </p:sp>
      <p:sp>
        <p:nvSpPr>
          <p:cNvPr id="39" name="Google Shape;39;p5"/>
          <p:cNvSpPr txBox="1"/>
          <p:nvPr>
            <p:ph idx="2" type="body"/>
          </p:nvPr>
        </p:nvSpPr>
        <p:spPr>
          <a:xfrm>
            <a:off x="6188417" y="2228003"/>
            <a:ext cx="5422392" cy="3633047"/>
          </a:xfrm>
          <a:prstGeom prst="rect">
            <a:avLst/>
          </a:prstGeom>
          <a:noFill/>
          <a:ln>
            <a:noFill/>
          </a:ln>
        </p:spPr>
        <p:txBody>
          <a:bodyPr anchorCtr="0" anchor="ctr" bIns="45700" lIns="91425" spcFirstLastPara="1" rIns="91425" wrap="square" tIns="45700">
            <a:normAutofit/>
          </a:bodyPr>
          <a:lstStyle>
            <a:lvl1pPr indent="-333756" lvl="0" marL="457200" algn="l">
              <a:lnSpc>
                <a:spcPct val="100000"/>
              </a:lnSpc>
              <a:spcBef>
                <a:spcPts val="360"/>
              </a:spcBef>
              <a:spcAft>
                <a:spcPts val="0"/>
              </a:spcAft>
              <a:buSzPts val="1656"/>
              <a:buChar char="◼"/>
              <a:defRPr/>
            </a:lvl1pPr>
            <a:lvl2pPr indent="-333756" lvl="1" marL="914400" algn="l">
              <a:lnSpc>
                <a:spcPct val="100000"/>
              </a:lnSpc>
              <a:spcBef>
                <a:spcPts val="600"/>
              </a:spcBef>
              <a:spcAft>
                <a:spcPts val="0"/>
              </a:spcAft>
              <a:buSzPts val="1656"/>
              <a:buChar char="◼"/>
              <a:defRPr/>
            </a:lvl2pPr>
            <a:lvl3pPr indent="-333756" lvl="2" marL="1371600" algn="l">
              <a:lnSpc>
                <a:spcPct val="100000"/>
              </a:lnSpc>
              <a:spcBef>
                <a:spcPts val="600"/>
              </a:spcBef>
              <a:spcAft>
                <a:spcPts val="0"/>
              </a:spcAft>
              <a:buSzPts val="1656"/>
              <a:buChar char="◼"/>
              <a:defRPr/>
            </a:lvl3pPr>
            <a:lvl4pPr indent="-333756" lvl="3" marL="1828800" algn="l">
              <a:lnSpc>
                <a:spcPct val="100000"/>
              </a:lnSpc>
              <a:spcBef>
                <a:spcPts val="600"/>
              </a:spcBef>
              <a:spcAft>
                <a:spcPts val="0"/>
              </a:spcAft>
              <a:buSzPts val="1656"/>
              <a:buChar char="◼"/>
              <a:defRPr/>
            </a:lvl4pPr>
            <a:lvl5pPr indent="-333756" lvl="4" marL="2286000" algn="l">
              <a:lnSpc>
                <a:spcPct val="100000"/>
              </a:lnSpc>
              <a:spcBef>
                <a:spcPts val="600"/>
              </a:spcBef>
              <a:spcAft>
                <a:spcPts val="0"/>
              </a:spcAft>
              <a:buSzPts val="1656"/>
              <a:buChar char="◼"/>
              <a:defRPr/>
            </a:lvl5pPr>
            <a:lvl6pPr indent="-333756" lvl="5" marL="2743200" algn="l">
              <a:lnSpc>
                <a:spcPct val="100000"/>
              </a:lnSpc>
              <a:spcBef>
                <a:spcPts val="600"/>
              </a:spcBef>
              <a:spcAft>
                <a:spcPts val="0"/>
              </a:spcAft>
              <a:buSzPts val="1656"/>
              <a:buChar char="◼"/>
              <a:defRPr/>
            </a:lvl6pPr>
            <a:lvl7pPr indent="-333756" lvl="6" marL="3200400" algn="l">
              <a:lnSpc>
                <a:spcPct val="100000"/>
              </a:lnSpc>
              <a:spcBef>
                <a:spcPts val="600"/>
              </a:spcBef>
              <a:spcAft>
                <a:spcPts val="0"/>
              </a:spcAft>
              <a:buSzPts val="1656"/>
              <a:buChar char="◼"/>
              <a:defRPr/>
            </a:lvl7pPr>
            <a:lvl8pPr indent="-333756" lvl="7" marL="3657600" algn="l">
              <a:lnSpc>
                <a:spcPct val="100000"/>
              </a:lnSpc>
              <a:spcBef>
                <a:spcPts val="600"/>
              </a:spcBef>
              <a:spcAft>
                <a:spcPts val="0"/>
              </a:spcAft>
              <a:buSzPts val="1656"/>
              <a:buChar char="◼"/>
              <a:defRPr/>
            </a:lvl8pPr>
            <a:lvl9pPr indent="-333756" lvl="8" marL="4114800" algn="l">
              <a:lnSpc>
                <a:spcPct val="100000"/>
              </a:lnSpc>
              <a:spcBef>
                <a:spcPts val="600"/>
              </a:spcBef>
              <a:spcAft>
                <a:spcPts val="600"/>
              </a:spcAft>
              <a:buSzPts val="1656"/>
              <a:buChar char="◼"/>
              <a:defRPr/>
            </a:lvl9pPr>
          </a:lstStyle>
          <a:p/>
        </p:txBody>
      </p:sp>
      <p:sp>
        <p:nvSpPr>
          <p:cNvPr id="40" name="Google Shape;40;p5"/>
          <p:cNvSpPr txBox="1"/>
          <p:nvPr>
            <p:ph idx="10" type="dt"/>
          </p:nvPr>
        </p:nvSpPr>
        <p:spPr>
          <a:xfrm>
            <a:off x="7605951" y="5956137"/>
            <a:ext cx="2844799"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p5"/>
          <p:cNvSpPr txBox="1"/>
          <p:nvPr>
            <p:ph idx="11" type="ftr"/>
          </p:nvPr>
        </p:nvSpPr>
        <p:spPr>
          <a:xfrm>
            <a:off x="581192" y="5951811"/>
            <a:ext cx="691721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5"/>
          <p:cNvSpPr txBox="1"/>
          <p:nvPr>
            <p:ph idx="12" type="sldNum"/>
          </p:nvPr>
        </p:nvSpPr>
        <p:spPr>
          <a:xfrm>
            <a:off x="10558300" y="5956137"/>
            <a:ext cx="105251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ción" type="twoTxTwoObj">
  <p:cSld name="TWO_OBJECTS_WITH_TEXT">
    <p:spTree>
      <p:nvGrpSpPr>
        <p:cNvPr id="43" name="Shape 43"/>
        <p:cNvGrpSpPr/>
        <p:nvPr/>
      </p:nvGrpSpPr>
      <p:grpSpPr>
        <a:xfrm>
          <a:off x="0" y="0"/>
          <a:ext cx="0" cy="0"/>
          <a:chOff x="0" y="0"/>
          <a:chExt cx="0" cy="0"/>
        </a:xfrm>
      </p:grpSpPr>
      <p:sp>
        <p:nvSpPr>
          <p:cNvPr id="44" name="Google Shape;44;p6"/>
          <p:cNvSpPr/>
          <p:nvPr/>
        </p:nvSpPr>
        <p:spPr>
          <a:xfrm>
            <a:off x="445982" y="606554"/>
            <a:ext cx="11300036" cy="1258827"/>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 name="Google Shape;45;p6"/>
          <p:cNvSpPr txBox="1"/>
          <p:nvPr>
            <p:ph type="title"/>
          </p:nvPr>
        </p:nvSpPr>
        <p:spPr>
          <a:xfrm>
            <a:off x="581193" y="729658"/>
            <a:ext cx="11029616" cy="988332"/>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6"/>
          <p:cNvSpPr txBox="1"/>
          <p:nvPr>
            <p:ph idx="1" type="body"/>
          </p:nvPr>
        </p:nvSpPr>
        <p:spPr>
          <a:xfrm>
            <a:off x="887219" y="2250892"/>
            <a:ext cx="5087075" cy="536005"/>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440"/>
              </a:spcBef>
              <a:spcAft>
                <a:spcPts val="0"/>
              </a:spcAft>
              <a:buSzPts val="2024"/>
              <a:buNone/>
              <a:defRPr b="0" sz="2200">
                <a:solidFill>
                  <a:schemeClr val="accent2"/>
                </a:solidFill>
              </a:defRPr>
            </a:lvl1pPr>
            <a:lvl2pPr indent="-228600" lvl="1" marL="914400" algn="l">
              <a:lnSpc>
                <a:spcPct val="100000"/>
              </a:lnSpc>
              <a:spcBef>
                <a:spcPts val="600"/>
              </a:spcBef>
              <a:spcAft>
                <a:spcPts val="0"/>
              </a:spcAft>
              <a:buSzPts val="1840"/>
              <a:buNone/>
              <a:defRPr b="1" sz="2000"/>
            </a:lvl2pPr>
            <a:lvl3pPr indent="-228600" lvl="2" marL="1371600" algn="l">
              <a:lnSpc>
                <a:spcPct val="100000"/>
              </a:lnSpc>
              <a:spcBef>
                <a:spcPts val="600"/>
              </a:spcBef>
              <a:spcAft>
                <a:spcPts val="0"/>
              </a:spcAft>
              <a:buSzPts val="1656"/>
              <a:buNone/>
              <a:defRPr b="1" sz="1800"/>
            </a:lvl3pPr>
            <a:lvl4pPr indent="-228600" lvl="3" marL="1828800" algn="l">
              <a:lnSpc>
                <a:spcPct val="100000"/>
              </a:lnSpc>
              <a:spcBef>
                <a:spcPts val="600"/>
              </a:spcBef>
              <a:spcAft>
                <a:spcPts val="0"/>
              </a:spcAft>
              <a:buSzPts val="1472"/>
              <a:buNone/>
              <a:defRPr b="1" sz="1600"/>
            </a:lvl4pPr>
            <a:lvl5pPr indent="-228600" lvl="4" marL="2286000" algn="l">
              <a:lnSpc>
                <a:spcPct val="100000"/>
              </a:lnSpc>
              <a:spcBef>
                <a:spcPts val="600"/>
              </a:spcBef>
              <a:spcAft>
                <a:spcPts val="0"/>
              </a:spcAft>
              <a:buSzPts val="1472"/>
              <a:buNone/>
              <a:defRPr b="1" sz="1600"/>
            </a:lvl5pPr>
            <a:lvl6pPr indent="-228600" lvl="5" marL="2743200" algn="l">
              <a:lnSpc>
                <a:spcPct val="100000"/>
              </a:lnSpc>
              <a:spcBef>
                <a:spcPts val="600"/>
              </a:spcBef>
              <a:spcAft>
                <a:spcPts val="0"/>
              </a:spcAft>
              <a:buSzPts val="1472"/>
              <a:buNone/>
              <a:defRPr b="1" sz="1600"/>
            </a:lvl6pPr>
            <a:lvl7pPr indent="-228600" lvl="6" marL="3200400" algn="l">
              <a:lnSpc>
                <a:spcPct val="100000"/>
              </a:lnSpc>
              <a:spcBef>
                <a:spcPts val="600"/>
              </a:spcBef>
              <a:spcAft>
                <a:spcPts val="0"/>
              </a:spcAft>
              <a:buSzPts val="1472"/>
              <a:buNone/>
              <a:defRPr b="1" sz="1600"/>
            </a:lvl7pPr>
            <a:lvl8pPr indent="-228600" lvl="7" marL="3657600" algn="l">
              <a:lnSpc>
                <a:spcPct val="100000"/>
              </a:lnSpc>
              <a:spcBef>
                <a:spcPts val="600"/>
              </a:spcBef>
              <a:spcAft>
                <a:spcPts val="0"/>
              </a:spcAft>
              <a:buSzPts val="1472"/>
              <a:buNone/>
              <a:defRPr b="1" sz="1600"/>
            </a:lvl8pPr>
            <a:lvl9pPr indent="-228600" lvl="8" marL="4114800" algn="l">
              <a:lnSpc>
                <a:spcPct val="100000"/>
              </a:lnSpc>
              <a:spcBef>
                <a:spcPts val="600"/>
              </a:spcBef>
              <a:spcAft>
                <a:spcPts val="600"/>
              </a:spcAft>
              <a:buSzPts val="1472"/>
              <a:buNone/>
              <a:defRPr b="1" sz="1600"/>
            </a:lvl9pPr>
          </a:lstStyle>
          <a:p/>
        </p:txBody>
      </p:sp>
      <p:sp>
        <p:nvSpPr>
          <p:cNvPr id="47" name="Google Shape;47;p6"/>
          <p:cNvSpPr txBox="1"/>
          <p:nvPr>
            <p:ph idx="2" type="body"/>
          </p:nvPr>
        </p:nvSpPr>
        <p:spPr>
          <a:xfrm>
            <a:off x="581194" y="2926052"/>
            <a:ext cx="5393100" cy="2934999"/>
          </a:xfrm>
          <a:prstGeom prst="rect">
            <a:avLst/>
          </a:prstGeom>
          <a:noFill/>
          <a:ln>
            <a:noFill/>
          </a:ln>
        </p:spPr>
        <p:txBody>
          <a:bodyPr anchorCtr="0" anchor="t" bIns="45700" lIns="91425" spcFirstLastPara="1" rIns="91425" wrap="square" tIns="45700">
            <a:normAutofit/>
          </a:bodyPr>
          <a:lstStyle>
            <a:lvl1pPr indent="-333756" lvl="0" marL="457200" algn="l">
              <a:lnSpc>
                <a:spcPct val="100000"/>
              </a:lnSpc>
              <a:spcBef>
                <a:spcPts val="360"/>
              </a:spcBef>
              <a:spcAft>
                <a:spcPts val="0"/>
              </a:spcAft>
              <a:buSzPts val="1656"/>
              <a:buChar char="◼"/>
              <a:defRPr/>
            </a:lvl1pPr>
            <a:lvl2pPr indent="-333756" lvl="1" marL="914400" algn="l">
              <a:lnSpc>
                <a:spcPct val="100000"/>
              </a:lnSpc>
              <a:spcBef>
                <a:spcPts val="600"/>
              </a:spcBef>
              <a:spcAft>
                <a:spcPts val="0"/>
              </a:spcAft>
              <a:buSzPts val="1656"/>
              <a:buChar char="◼"/>
              <a:defRPr/>
            </a:lvl2pPr>
            <a:lvl3pPr indent="-333756" lvl="2" marL="1371600" algn="l">
              <a:lnSpc>
                <a:spcPct val="100000"/>
              </a:lnSpc>
              <a:spcBef>
                <a:spcPts val="600"/>
              </a:spcBef>
              <a:spcAft>
                <a:spcPts val="0"/>
              </a:spcAft>
              <a:buSzPts val="1656"/>
              <a:buChar char="◼"/>
              <a:defRPr/>
            </a:lvl3pPr>
            <a:lvl4pPr indent="-333756" lvl="3" marL="1828800" algn="l">
              <a:lnSpc>
                <a:spcPct val="100000"/>
              </a:lnSpc>
              <a:spcBef>
                <a:spcPts val="600"/>
              </a:spcBef>
              <a:spcAft>
                <a:spcPts val="0"/>
              </a:spcAft>
              <a:buSzPts val="1656"/>
              <a:buChar char="◼"/>
              <a:defRPr/>
            </a:lvl4pPr>
            <a:lvl5pPr indent="-333756" lvl="4" marL="2286000" algn="l">
              <a:lnSpc>
                <a:spcPct val="100000"/>
              </a:lnSpc>
              <a:spcBef>
                <a:spcPts val="600"/>
              </a:spcBef>
              <a:spcAft>
                <a:spcPts val="0"/>
              </a:spcAft>
              <a:buSzPts val="1656"/>
              <a:buChar char="◼"/>
              <a:defRPr/>
            </a:lvl5pPr>
            <a:lvl6pPr indent="-333756" lvl="5" marL="2743200" algn="l">
              <a:lnSpc>
                <a:spcPct val="100000"/>
              </a:lnSpc>
              <a:spcBef>
                <a:spcPts val="600"/>
              </a:spcBef>
              <a:spcAft>
                <a:spcPts val="0"/>
              </a:spcAft>
              <a:buSzPts val="1656"/>
              <a:buChar char="◼"/>
              <a:defRPr/>
            </a:lvl6pPr>
            <a:lvl7pPr indent="-333756" lvl="6" marL="3200400" algn="l">
              <a:lnSpc>
                <a:spcPct val="100000"/>
              </a:lnSpc>
              <a:spcBef>
                <a:spcPts val="600"/>
              </a:spcBef>
              <a:spcAft>
                <a:spcPts val="0"/>
              </a:spcAft>
              <a:buSzPts val="1656"/>
              <a:buChar char="◼"/>
              <a:defRPr/>
            </a:lvl7pPr>
            <a:lvl8pPr indent="-333756" lvl="7" marL="3657600" algn="l">
              <a:lnSpc>
                <a:spcPct val="100000"/>
              </a:lnSpc>
              <a:spcBef>
                <a:spcPts val="600"/>
              </a:spcBef>
              <a:spcAft>
                <a:spcPts val="0"/>
              </a:spcAft>
              <a:buSzPts val="1656"/>
              <a:buChar char="◼"/>
              <a:defRPr/>
            </a:lvl8pPr>
            <a:lvl9pPr indent="-333756" lvl="8" marL="4114800" algn="l">
              <a:lnSpc>
                <a:spcPct val="100000"/>
              </a:lnSpc>
              <a:spcBef>
                <a:spcPts val="600"/>
              </a:spcBef>
              <a:spcAft>
                <a:spcPts val="600"/>
              </a:spcAft>
              <a:buSzPts val="1656"/>
              <a:buChar char="◼"/>
              <a:defRPr/>
            </a:lvl9pPr>
          </a:lstStyle>
          <a:p/>
        </p:txBody>
      </p:sp>
      <p:sp>
        <p:nvSpPr>
          <p:cNvPr id="48" name="Google Shape;48;p6"/>
          <p:cNvSpPr txBox="1"/>
          <p:nvPr>
            <p:ph idx="3" type="body"/>
          </p:nvPr>
        </p:nvSpPr>
        <p:spPr>
          <a:xfrm>
            <a:off x="6523735" y="2250892"/>
            <a:ext cx="5087073" cy="553373"/>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440"/>
              </a:spcBef>
              <a:spcAft>
                <a:spcPts val="0"/>
              </a:spcAft>
              <a:buSzPts val="2024"/>
              <a:buNone/>
              <a:defRPr b="0" sz="2200">
                <a:solidFill>
                  <a:schemeClr val="accent2"/>
                </a:solidFill>
              </a:defRPr>
            </a:lvl1pPr>
            <a:lvl2pPr indent="-228600" lvl="1" marL="914400" algn="l">
              <a:lnSpc>
                <a:spcPct val="100000"/>
              </a:lnSpc>
              <a:spcBef>
                <a:spcPts val="600"/>
              </a:spcBef>
              <a:spcAft>
                <a:spcPts val="0"/>
              </a:spcAft>
              <a:buSzPts val="1840"/>
              <a:buNone/>
              <a:defRPr b="1" sz="2000"/>
            </a:lvl2pPr>
            <a:lvl3pPr indent="-228600" lvl="2" marL="1371600" algn="l">
              <a:lnSpc>
                <a:spcPct val="100000"/>
              </a:lnSpc>
              <a:spcBef>
                <a:spcPts val="600"/>
              </a:spcBef>
              <a:spcAft>
                <a:spcPts val="0"/>
              </a:spcAft>
              <a:buSzPts val="1656"/>
              <a:buNone/>
              <a:defRPr b="1" sz="1800"/>
            </a:lvl3pPr>
            <a:lvl4pPr indent="-228600" lvl="3" marL="1828800" algn="l">
              <a:lnSpc>
                <a:spcPct val="100000"/>
              </a:lnSpc>
              <a:spcBef>
                <a:spcPts val="600"/>
              </a:spcBef>
              <a:spcAft>
                <a:spcPts val="0"/>
              </a:spcAft>
              <a:buSzPts val="1472"/>
              <a:buNone/>
              <a:defRPr b="1" sz="1600"/>
            </a:lvl4pPr>
            <a:lvl5pPr indent="-228600" lvl="4" marL="2286000" algn="l">
              <a:lnSpc>
                <a:spcPct val="100000"/>
              </a:lnSpc>
              <a:spcBef>
                <a:spcPts val="600"/>
              </a:spcBef>
              <a:spcAft>
                <a:spcPts val="0"/>
              </a:spcAft>
              <a:buSzPts val="1472"/>
              <a:buNone/>
              <a:defRPr b="1" sz="1600"/>
            </a:lvl5pPr>
            <a:lvl6pPr indent="-228600" lvl="5" marL="2743200" algn="l">
              <a:lnSpc>
                <a:spcPct val="100000"/>
              </a:lnSpc>
              <a:spcBef>
                <a:spcPts val="600"/>
              </a:spcBef>
              <a:spcAft>
                <a:spcPts val="0"/>
              </a:spcAft>
              <a:buSzPts val="1472"/>
              <a:buNone/>
              <a:defRPr b="1" sz="1600"/>
            </a:lvl6pPr>
            <a:lvl7pPr indent="-228600" lvl="6" marL="3200400" algn="l">
              <a:lnSpc>
                <a:spcPct val="100000"/>
              </a:lnSpc>
              <a:spcBef>
                <a:spcPts val="600"/>
              </a:spcBef>
              <a:spcAft>
                <a:spcPts val="0"/>
              </a:spcAft>
              <a:buSzPts val="1472"/>
              <a:buNone/>
              <a:defRPr b="1" sz="1600"/>
            </a:lvl7pPr>
            <a:lvl8pPr indent="-228600" lvl="7" marL="3657600" algn="l">
              <a:lnSpc>
                <a:spcPct val="100000"/>
              </a:lnSpc>
              <a:spcBef>
                <a:spcPts val="600"/>
              </a:spcBef>
              <a:spcAft>
                <a:spcPts val="0"/>
              </a:spcAft>
              <a:buSzPts val="1472"/>
              <a:buNone/>
              <a:defRPr b="1" sz="1600"/>
            </a:lvl8pPr>
            <a:lvl9pPr indent="-228600" lvl="8" marL="4114800" algn="l">
              <a:lnSpc>
                <a:spcPct val="100000"/>
              </a:lnSpc>
              <a:spcBef>
                <a:spcPts val="600"/>
              </a:spcBef>
              <a:spcAft>
                <a:spcPts val="600"/>
              </a:spcAft>
              <a:buSzPts val="1472"/>
              <a:buNone/>
              <a:defRPr b="1" sz="1600"/>
            </a:lvl9pPr>
          </a:lstStyle>
          <a:p/>
        </p:txBody>
      </p:sp>
      <p:sp>
        <p:nvSpPr>
          <p:cNvPr id="49" name="Google Shape;49;p6"/>
          <p:cNvSpPr txBox="1"/>
          <p:nvPr>
            <p:ph idx="4" type="body"/>
          </p:nvPr>
        </p:nvSpPr>
        <p:spPr>
          <a:xfrm>
            <a:off x="6217709" y="2926052"/>
            <a:ext cx="5393100" cy="2934999"/>
          </a:xfrm>
          <a:prstGeom prst="rect">
            <a:avLst/>
          </a:prstGeom>
          <a:noFill/>
          <a:ln>
            <a:noFill/>
          </a:ln>
        </p:spPr>
        <p:txBody>
          <a:bodyPr anchorCtr="0" anchor="t" bIns="45700" lIns="91425" spcFirstLastPara="1" rIns="91425" wrap="square" tIns="45700">
            <a:normAutofit/>
          </a:bodyPr>
          <a:lstStyle>
            <a:lvl1pPr indent="-333756" lvl="0" marL="457200" algn="l">
              <a:lnSpc>
                <a:spcPct val="100000"/>
              </a:lnSpc>
              <a:spcBef>
                <a:spcPts val="360"/>
              </a:spcBef>
              <a:spcAft>
                <a:spcPts val="0"/>
              </a:spcAft>
              <a:buSzPts val="1656"/>
              <a:buChar char="◼"/>
              <a:defRPr/>
            </a:lvl1pPr>
            <a:lvl2pPr indent="-333756" lvl="1" marL="914400" algn="l">
              <a:lnSpc>
                <a:spcPct val="100000"/>
              </a:lnSpc>
              <a:spcBef>
                <a:spcPts val="600"/>
              </a:spcBef>
              <a:spcAft>
                <a:spcPts val="0"/>
              </a:spcAft>
              <a:buSzPts val="1656"/>
              <a:buChar char="◼"/>
              <a:defRPr/>
            </a:lvl2pPr>
            <a:lvl3pPr indent="-333756" lvl="2" marL="1371600" algn="l">
              <a:lnSpc>
                <a:spcPct val="100000"/>
              </a:lnSpc>
              <a:spcBef>
                <a:spcPts val="600"/>
              </a:spcBef>
              <a:spcAft>
                <a:spcPts val="0"/>
              </a:spcAft>
              <a:buSzPts val="1656"/>
              <a:buChar char="◼"/>
              <a:defRPr/>
            </a:lvl3pPr>
            <a:lvl4pPr indent="-333756" lvl="3" marL="1828800" algn="l">
              <a:lnSpc>
                <a:spcPct val="100000"/>
              </a:lnSpc>
              <a:spcBef>
                <a:spcPts val="600"/>
              </a:spcBef>
              <a:spcAft>
                <a:spcPts val="0"/>
              </a:spcAft>
              <a:buSzPts val="1656"/>
              <a:buChar char="◼"/>
              <a:defRPr/>
            </a:lvl4pPr>
            <a:lvl5pPr indent="-333756" lvl="4" marL="2286000" algn="l">
              <a:lnSpc>
                <a:spcPct val="100000"/>
              </a:lnSpc>
              <a:spcBef>
                <a:spcPts val="600"/>
              </a:spcBef>
              <a:spcAft>
                <a:spcPts val="0"/>
              </a:spcAft>
              <a:buSzPts val="1656"/>
              <a:buChar char="◼"/>
              <a:defRPr/>
            </a:lvl5pPr>
            <a:lvl6pPr indent="-333756" lvl="5" marL="2743200" algn="l">
              <a:lnSpc>
                <a:spcPct val="100000"/>
              </a:lnSpc>
              <a:spcBef>
                <a:spcPts val="600"/>
              </a:spcBef>
              <a:spcAft>
                <a:spcPts val="0"/>
              </a:spcAft>
              <a:buSzPts val="1656"/>
              <a:buChar char="◼"/>
              <a:defRPr/>
            </a:lvl6pPr>
            <a:lvl7pPr indent="-333756" lvl="6" marL="3200400" algn="l">
              <a:lnSpc>
                <a:spcPct val="100000"/>
              </a:lnSpc>
              <a:spcBef>
                <a:spcPts val="600"/>
              </a:spcBef>
              <a:spcAft>
                <a:spcPts val="0"/>
              </a:spcAft>
              <a:buSzPts val="1656"/>
              <a:buChar char="◼"/>
              <a:defRPr/>
            </a:lvl7pPr>
            <a:lvl8pPr indent="-333756" lvl="7" marL="3657600" algn="l">
              <a:lnSpc>
                <a:spcPct val="100000"/>
              </a:lnSpc>
              <a:spcBef>
                <a:spcPts val="600"/>
              </a:spcBef>
              <a:spcAft>
                <a:spcPts val="0"/>
              </a:spcAft>
              <a:buSzPts val="1656"/>
              <a:buChar char="◼"/>
              <a:defRPr/>
            </a:lvl8pPr>
            <a:lvl9pPr indent="-333756" lvl="8" marL="4114800" algn="l">
              <a:lnSpc>
                <a:spcPct val="100000"/>
              </a:lnSpc>
              <a:spcBef>
                <a:spcPts val="600"/>
              </a:spcBef>
              <a:spcAft>
                <a:spcPts val="600"/>
              </a:spcAft>
              <a:buSzPts val="1656"/>
              <a:buChar char="◼"/>
              <a:defRPr/>
            </a:lvl9pPr>
          </a:lstStyle>
          <a:p/>
        </p:txBody>
      </p:sp>
      <p:sp>
        <p:nvSpPr>
          <p:cNvPr id="50" name="Google Shape;50;p6"/>
          <p:cNvSpPr txBox="1"/>
          <p:nvPr>
            <p:ph idx="10" type="dt"/>
          </p:nvPr>
        </p:nvSpPr>
        <p:spPr>
          <a:xfrm>
            <a:off x="7605951" y="5956137"/>
            <a:ext cx="2844799"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6"/>
          <p:cNvSpPr txBox="1"/>
          <p:nvPr>
            <p:ph idx="11" type="ftr"/>
          </p:nvPr>
        </p:nvSpPr>
        <p:spPr>
          <a:xfrm>
            <a:off x="581192" y="5951811"/>
            <a:ext cx="691721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6"/>
          <p:cNvSpPr txBox="1"/>
          <p:nvPr>
            <p:ph idx="12" type="sldNum"/>
          </p:nvPr>
        </p:nvSpPr>
        <p:spPr>
          <a:xfrm>
            <a:off x="10558300" y="5956137"/>
            <a:ext cx="105251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lo el título" type="titleOnly">
  <p:cSld name="TITLE_ONLY">
    <p:spTree>
      <p:nvGrpSpPr>
        <p:cNvPr id="53" name="Shape 53"/>
        <p:cNvGrpSpPr/>
        <p:nvPr/>
      </p:nvGrpSpPr>
      <p:grpSpPr>
        <a:xfrm>
          <a:off x="0" y="0"/>
          <a:ext cx="0" cy="0"/>
          <a:chOff x="0" y="0"/>
          <a:chExt cx="0" cy="0"/>
        </a:xfrm>
      </p:grpSpPr>
      <p:sp>
        <p:nvSpPr>
          <p:cNvPr id="54" name="Google Shape;54;p7"/>
          <p:cNvSpPr txBox="1"/>
          <p:nvPr>
            <p:ph idx="10" type="dt"/>
          </p:nvPr>
        </p:nvSpPr>
        <p:spPr>
          <a:xfrm>
            <a:off x="7605951" y="5956137"/>
            <a:ext cx="2844799"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7"/>
          <p:cNvSpPr txBox="1"/>
          <p:nvPr>
            <p:ph idx="11" type="ftr"/>
          </p:nvPr>
        </p:nvSpPr>
        <p:spPr>
          <a:xfrm>
            <a:off x="581192" y="5951811"/>
            <a:ext cx="691721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7"/>
          <p:cNvSpPr txBox="1"/>
          <p:nvPr>
            <p:ph idx="12" type="sldNum"/>
          </p:nvPr>
        </p:nvSpPr>
        <p:spPr>
          <a:xfrm>
            <a:off x="10558300" y="5956137"/>
            <a:ext cx="105251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s-ES"/>
              <a:t>‹#›</a:t>
            </a:fld>
            <a:endParaRPr/>
          </a:p>
        </p:txBody>
      </p:sp>
      <p:sp>
        <p:nvSpPr>
          <p:cNvPr id="57" name="Google Shape;57;p7"/>
          <p:cNvSpPr/>
          <p:nvPr/>
        </p:nvSpPr>
        <p:spPr>
          <a:xfrm>
            <a:off x="440683" y="606554"/>
            <a:ext cx="11300036" cy="1258827"/>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 name="Google Shape;58;p7"/>
          <p:cNvSpPr txBox="1"/>
          <p:nvPr>
            <p:ph type="title"/>
          </p:nvPr>
        </p:nvSpPr>
        <p:spPr>
          <a:xfrm>
            <a:off x="575894" y="729658"/>
            <a:ext cx="11029616" cy="988332"/>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 blanco" type="blank">
  <p:cSld name="BLANK">
    <p:spTree>
      <p:nvGrpSpPr>
        <p:cNvPr id="59" name="Shape 59"/>
        <p:cNvGrpSpPr/>
        <p:nvPr/>
      </p:nvGrpSpPr>
      <p:grpSpPr>
        <a:xfrm>
          <a:off x="0" y="0"/>
          <a:ext cx="0" cy="0"/>
          <a:chOff x="0" y="0"/>
          <a:chExt cx="0" cy="0"/>
        </a:xfrm>
      </p:grpSpPr>
      <p:sp>
        <p:nvSpPr>
          <p:cNvPr id="60" name="Google Shape;60;p8"/>
          <p:cNvSpPr txBox="1"/>
          <p:nvPr>
            <p:ph idx="10" type="dt"/>
          </p:nvPr>
        </p:nvSpPr>
        <p:spPr>
          <a:xfrm>
            <a:off x="7605951" y="5956137"/>
            <a:ext cx="2844799"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1" name="Google Shape;61;p8"/>
          <p:cNvSpPr txBox="1"/>
          <p:nvPr>
            <p:ph idx="11" type="ftr"/>
          </p:nvPr>
        </p:nvSpPr>
        <p:spPr>
          <a:xfrm>
            <a:off x="581192" y="5951811"/>
            <a:ext cx="691721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2" name="Google Shape;62;p8"/>
          <p:cNvSpPr txBox="1"/>
          <p:nvPr>
            <p:ph idx="12" type="sldNum"/>
          </p:nvPr>
        </p:nvSpPr>
        <p:spPr>
          <a:xfrm>
            <a:off x="10558300" y="5956137"/>
            <a:ext cx="105251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con título" type="objTx">
  <p:cSld name="OBJECT_WITH_CAPTION_TEXT">
    <p:spTree>
      <p:nvGrpSpPr>
        <p:cNvPr id="63" name="Shape 63"/>
        <p:cNvGrpSpPr/>
        <p:nvPr/>
      </p:nvGrpSpPr>
      <p:grpSpPr>
        <a:xfrm>
          <a:off x="0" y="0"/>
          <a:ext cx="0" cy="0"/>
          <a:chOff x="0" y="0"/>
          <a:chExt cx="0" cy="0"/>
        </a:xfrm>
      </p:grpSpPr>
      <p:sp>
        <p:nvSpPr>
          <p:cNvPr id="64" name="Google Shape;64;p9"/>
          <p:cNvSpPr/>
          <p:nvPr/>
        </p:nvSpPr>
        <p:spPr>
          <a:xfrm>
            <a:off x="447817" y="5141973"/>
            <a:ext cx="11298200" cy="1274702"/>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 name="Google Shape;65;p9"/>
          <p:cNvSpPr txBox="1"/>
          <p:nvPr>
            <p:ph type="title"/>
          </p:nvPr>
        </p:nvSpPr>
        <p:spPr>
          <a:xfrm>
            <a:off x="581192" y="5262296"/>
            <a:ext cx="4909445" cy="689514"/>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rgbClr val="2D58AC"/>
              </a:buClr>
              <a:buSzPts val="2000"/>
              <a:buFont typeface="Gill Sans"/>
              <a:buNone/>
              <a:defRPr b="0" sz="2000">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9"/>
          <p:cNvSpPr txBox="1"/>
          <p:nvPr>
            <p:ph idx="1" type="body"/>
          </p:nvPr>
        </p:nvSpPr>
        <p:spPr>
          <a:xfrm>
            <a:off x="447816" y="601200"/>
            <a:ext cx="11292840" cy="4204800"/>
          </a:xfrm>
          <a:prstGeom prst="rect">
            <a:avLst/>
          </a:prstGeom>
          <a:noFill/>
          <a:ln>
            <a:noFill/>
          </a:ln>
        </p:spPr>
        <p:txBody>
          <a:bodyPr anchorCtr="0" anchor="ctr" bIns="45700" lIns="91425" spcFirstLastPara="1" rIns="91425" wrap="square" tIns="45700">
            <a:normAutofit/>
          </a:bodyPr>
          <a:lstStyle>
            <a:lvl1pPr indent="-345440" lvl="0" marL="457200" algn="l">
              <a:lnSpc>
                <a:spcPct val="100000"/>
              </a:lnSpc>
              <a:spcBef>
                <a:spcPts val="400"/>
              </a:spcBef>
              <a:spcAft>
                <a:spcPts val="0"/>
              </a:spcAft>
              <a:buSzPts val="1840"/>
              <a:buChar char="◼"/>
              <a:defRPr sz="2000">
                <a:solidFill>
                  <a:schemeClr val="dk2"/>
                </a:solidFill>
              </a:defRPr>
            </a:lvl1pPr>
            <a:lvl2pPr indent="-333756" lvl="1" marL="914400" algn="l">
              <a:lnSpc>
                <a:spcPct val="100000"/>
              </a:lnSpc>
              <a:spcBef>
                <a:spcPts val="600"/>
              </a:spcBef>
              <a:spcAft>
                <a:spcPts val="0"/>
              </a:spcAft>
              <a:buSzPts val="1656"/>
              <a:buChar char="◼"/>
              <a:defRPr sz="1800">
                <a:solidFill>
                  <a:schemeClr val="dk2"/>
                </a:solidFill>
              </a:defRPr>
            </a:lvl2pPr>
            <a:lvl3pPr indent="-322072" lvl="2" marL="1371600" algn="l">
              <a:lnSpc>
                <a:spcPct val="100000"/>
              </a:lnSpc>
              <a:spcBef>
                <a:spcPts val="600"/>
              </a:spcBef>
              <a:spcAft>
                <a:spcPts val="0"/>
              </a:spcAft>
              <a:buSzPts val="1472"/>
              <a:buChar char="◼"/>
              <a:defRPr sz="1600">
                <a:solidFill>
                  <a:schemeClr val="dk2"/>
                </a:solidFill>
              </a:defRPr>
            </a:lvl3pPr>
            <a:lvl4pPr indent="-310388" lvl="3" marL="1828800" algn="l">
              <a:lnSpc>
                <a:spcPct val="100000"/>
              </a:lnSpc>
              <a:spcBef>
                <a:spcPts val="600"/>
              </a:spcBef>
              <a:spcAft>
                <a:spcPts val="0"/>
              </a:spcAft>
              <a:buSzPts val="1288"/>
              <a:buChar char="◼"/>
              <a:defRPr sz="1400">
                <a:solidFill>
                  <a:schemeClr val="dk2"/>
                </a:solidFill>
              </a:defRPr>
            </a:lvl4pPr>
            <a:lvl5pPr indent="-310388" lvl="4" marL="2286000" algn="l">
              <a:lnSpc>
                <a:spcPct val="100000"/>
              </a:lnSpc>
              <a:spcBef>
                <a:spcPts val="600"/>
              </a:spcBef>
              <a:spcAft>
                <a:spcPts val="0"/>
              </a:spcAft>
              <a:buSzPts val="1288"/>
              <a:buChar char="◼"/>
              <a:defRPr sz="1400">
                <a:solidFill>
                  <a:schemeClr val="dk2"/>
                </a:solidFill>
              </a:defRPr>
            </a:lvl5pPr>
            <a:lvl6pPr indent="-310388" lvl="5" marL="2743200" algn="l">
              <a:lnSpc>
                <a:spcPct val="100000"/>
              </a:lnSpc>
              <a:spcBef>
                <a:spcPts val="600"/>
              </a:spcBef>
              <a:spcAft>
                <a:spcPts val="0"/>
              </a:spcAft>
              <a:buSzPts val="1288"/>
              <a:buChar char="◼"/>
              <a:defRPr sz="1400">
                <a:solidFill>
                  <a:schemeClr val="dk2"/>
                </a:solidFill>
              </a:defRPr>
            </a:lvl6pPr>
            <a:lvl7pPr indent="-310388" lvl="6" marL="3200400" algn="l">
              <a:lnSpc>
                <a:spcPct val="100000"/>
              </a:lnSpc>
              <a:spcBef>
                <a:spcPts val="600"/>
              </a:spcBef>
              <a:spcAft>
                <a:spcPts val="0"/>
              </a:spcAft>
              <a:buSzPts val="1288"/>
              <a:buChar char="◼"/>
              <a:defRPr sz="1400">
                <a:solidFill>
                  <a:schemeClr val="dk2"/>
                </a:solidFill>
              </a:defRPr>
            </a:lvl7pPr>
            <a:lvl8pPr indent="-310388" lvl="7" marL="3657600" algn="l">
              <a:lnSpc>
                <a:spcPct val="100000"/>
              </a:lnSpc>
              <a:spcBef>
                <a:spcPts val="600"/>
              </a:spcBef>
              <a:spcAft>
                <a:spcPts val="0"/>
              </a:spcAft>
              <a:buSzPts val="1288"/>
              <a:buChar char="◼"/>
              <a:defRPr sz="1400">
                <a:solidFill>
                  <a:schemeClr val="dk2"/>
                </a:solidFill>
              </a:defRPr>
            </a:lvl8pPr>
            <a:lvl9pPr indent="-310388" lvl="8" marL="4114800" algn="l">
              <a:lnSpc>
                <a:spcPct val="100000"/>
              </a:lnSpc>
              <a:spcBef>
                <a:spcPts val="600"/>
              </a:spcBef>
              <a:spcAft>
                <a:spcPts val="600"/>
              </a:spcAft>
              <a:buSzPts val="1288"/>
              <a:buChar char="◼"/>
              <a:defRPr sz="1400">
                <a:solidFill>
                  <a:schemeClr val="dk2"/>
                </a:solidFill>
              </a:defRPr>
            </a:lvl9pPr>
          </a:lstStyle>
          <a:p/>
        </p:txBody>
      </p:sp>
      <p:sp>
        <p:nvSpPr>
          <p:cNvPr id="67" name="Google Shape;67;p9"/>
          <p:cNvSpPr txBox="1"/>
          <p:nvPr>
            <p:ph idx="2" type="body"/>
          </p:nvPr>
        </p:nvSpPr>
        <p:spPr>
          <a:xfrm>
            <a:off x="5740823" y="5262296"/>
            <a:ext cx="5869987" cy="689515"/>
          </a:xfrm>
          <a:prstGeom prst="rect">
            <a:avLst/>
          </a:prstGeom>
          <a:noFill/>
          <a:ln>
            <a:noFill/>
          </a:ln>
        </p:spPr>
        <p:txBody>
          <a:bodyPr anchorCtr="0" anchor="ctr" bIns="45700" lIns="91425" spcFirstLastPara="1" rIns="91425" wrap="square" tIns="45700">
            <a:normAutofit/>
          </a:bodyPr>
          <a:lstStyle>
            <a:lvl1pPr indent="-228600" lvl="0" marL="457200" algn="r">
              <a:lnSpc>
                <a:spcPct val="100000"/>
              </a:lnSpc>
              <a:spcBef>
                <a:spcPts val="220"/>
              </a:spcBef>
              <a:spcAft>
                <a:spcPts val="0"/>
              </a:spcAft>
              <a:buSzPts val="1012"/>
              <a:buNone/>
              <a:defRPr sz="1100">
                <a:solidFill>
                  <a:schemeClr val="lt1"/>
                </a:solidFill>
              </a:defRPr>
            </a:lvl1pPr>
            <a:lvl2pPr indent="-228600" lvl="1" marL="914400" algn="l">
              <a:lnSpc>
                <a:spcPct val="100000"/>
              </a:lnSpc>
              <a:spcBef>
                <a:spcPts val="600"/>
              </a:spcBef>
              <a:spcAft>
                <a:spcPts val="0"/>
              </a:spcAft>
              <a:buSzPts val="1012"/>
              <a:buNone/>
              <a:defRPr sz="1100"/>
            </a:lvl2pPr>
            <a:lvl3pPr indent="-228600" lvl="2" marL="1371600" algn="l">
              <a:lnSpc>
                <a:spcPct val="100000"/>
              </a:lnSpc>
              <a:spcBef>
                <a:spcPts val="600"/>
              </a:spcBef>
              <a:spcAft>
                <a:spcPts val="0"/>
              </a:spcAft>
              <a:buSzPts val="920"/>
              <a:buNone/>
              <a:defRPr sz="1000"/>
            </a:lvl3pPr>
            <a:lvl4pPr indent="-228600" lvl="3" marL="1828800" algn="l">
              <a:lnSpc>
                <a:spcPct val="100000"/>
              </a:lnSpc>
              <a:spcBef>
                <a:spcPts val="600"/>
              </a:spcBef>
              <a:spcAft>
                <a:spcPts val="0"/>
              </a:spcAft>
              <a:buSzPts val="828"/>
              <a:buNone/>
              <a:defRPr sz="900"/>
            </a:lvl4pPr>
            <a:lvl5pPr indent="-228600" lvl="4" marL="2286000" algn="l">
              <a:lnSpc>
                <a:spcPct val="100000"/>
              </a:lnSpc>
              <a:spcBef>
                <a:spcPts val="600"/>
              </a:spcBef>
              <a:spcAft>
                <a:spcPts val="0"/>
              </a:spcAft>
              <a:buSzPts val="828"/>
              <a:buNone/>
              <a:defRPr sz="900"/>
            </a:lvl5pPr>
            <a:lvl6pPr indent="-228600" lvl="5" marL="2743200" algn="l">
              <a:lnSpc>
                <a:spcPct val="100000"/>
              </a:lnSpc>
              <a:spcBef>
                <a:spcPts val="600"/>
              </a:spcBef>
              <a:spcAft>
                <a:spcPts val="0"/>
              </a:spcAft>
              <a:buSzPts val="828"/>
              <a:buNone/>
              <a:defRPr sz="900"/>
            </a:lvl6pPr>
            <a:lvl7pPr indent="-228600" lvl="6" marL="3200400" algn="l">
              <a:lnSpc>
                <a:spcPct val="100000"/>
              </a:lnSpc>
              <a:spcBef>
                <a:spcPts val="600"/>
              </a:spcBef>
              <a:spcAft>
                <a:spcPts val="0"/>
              </a:spcAft>
              <a:buSzPts val="828"/>
              <a:buNone/>
              <a:defRPr sz="900"/>
            </a:lvl7pPr>
            <a:lvl8pPr indent="-228600" lvl="7" marL="3657600" algn="l">
              <a:lnSpc>
                <a:spcPct val="100000"/>
              </a:lnSpc>
              <a:spcBef>
                <a:spcPts val="600"/>
              </a:spcBef>
              <a:spcAft>
                <a:spcPts val="0"/>
              </a:spcAft>
              <a:buSzPts val="828"/>
              <a:buNone/>
              <a:defRPr sz="900"/>
            </a:lvl8pPr>
            <a:lvl9pPr indent="-228600" lvl="8" marL="4114800" algn="l">
              <a:lnSpc>
                <a:spcPct val="100000"/>
              </a:lnSpc>
              <a:spcBef>
                <a:spcPts val="600"/>
              </a:spcBef>
              <a:spcAft>
                <a:spcPts val="600"/>
              </a:spcAft>
              <a:buSzPts val="828"/>
              <a:buNone/>
              <a:defRPr sz="900"/>
            </a:lvl9pPr>
          </a:lstStyle>
          <a:p/>
        </p:txBody>
      </p:sp>
      <p:sp>
        <p:nvSpPr>
          <p:cNvPr id="68" name="Google Shape;68;p9"/>
          <p:cNvSpPr txBox="1"/>
          <p:nvPr>
            <p:ph idx="10" type="dt"/>
          </p:nvPr>
        </p:nvSpPr>
        <p:spPr>
          <a:xfrm>
            <a:off x="7605951" y="5956137"/>
            <a:ext cx="2844799"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9" name="Google Shape;69;p9"/>
          <p:cNvSpPr txBox="1"/>
          <p:nvPr>
            <p:ph idx="11" type="ftr"/>
          </p:nvPr>
        </p:nvSpPr>
        <p:spPr>
          <a:xfrm>
            <a:off x="581192" y="5951811"/>
            <a:ext cx="691721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9"/>
          <p:cNvSpPr txBox="1"/>
          <p:nvPr>
            <p:ph idx="12" type="sldNum"/>
          </p:nvPr>
        </p:nvSpPr>
        <p:spPr>
          <a:xfrm>
            <a:off x="10558300" y="5956137"/>
            <a:ext cx="105251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2D58AC"/>
                </a:solidFill>
                <a:latin typeface="Gill Sans"/>
                <a:ea typeface="Gill Sans"/>
                <a:cs typeface="Gill Sans"/>
                <a:sym typeface="Gill Sans"/>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2D58AC"/>
                </a:solidFill>
                <a:latin typeface="Gill Sans"/>
                <a:ea typeface="Gill Sans"/>
                <a:cs typeface="Gill Sans"/>
                <a:sym typeface="Gill Sans"/>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2D58AC"/>
                </a:solidFill>
                <a:latin typeface="Gill Sans"/>
                <a:ea typeface="Gill Sans"/>
                <a:cs typeface="Gill Sans"/>
                <a:sym typeface="Gill Sans"/>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2D58AC"/>
                </a:solidFill>
                <a:latin typeface="Gill Sans"/>
                <a:ea typeface="Gill Sans"/>
                <a:cs typeface="Gill Sans"/>
                <a:sym typeface="Gill Sans"/>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2D58AC"/>
                </a:solidFill>
                <a:latin typeface="Gill Sans"/>
                <a:ea typeface="Gill Sans"/>
                <a:cs typeface="Gill Sans"/>
                <a:sym typeface="Gill Sans"/>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2D58AC"/>
                </a:solidFill>
                <a:latin typeface="Gill Sans"/>
                <a:ea typeface="Gill Sans"/>
                <a:cs typeface="Gill Sans"/>
                <a:sym typeface="Gill Sans"/>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2D58AC"/>
                </a:solidFill>
                <a:latin typeface="Gill Sans"/>
                <a:ea typeface="Gill Sans"/>
                <a:cs typeface="Gill Sans"/>
                <a:sym typeface="Gill Sans"/>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2D58AC"/>
                </a:solidFill>
                <a:latin typeface="Gill Sans"/>
                <a:ea typeface="Gill Sans"/>
                <a:cs typeface="Gill Sans"/>
                <a:sym typeface="Gill Sans"/>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2D58AC"/>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con título" type="picTx">
  <p:cSld name="PICTURE_WITH_CAPTION_TEXT">
    <p:spTree>
      <p:nvGrpSpPr>
        <p:cNvPr id="71" name="Shape 71"/>
        <p:cNvGrpSpPr/>
        <p:nvPr/>
      </p:nvGrpSpPr>
      <p:grpSpPr>
        <a:xfrm>
          <a:off x="0" y="0"/>
          <a:ext cx="0" cy="0"/>
          <a:chOff x="0" y="0"/>
          <a:chExt cx="0" cy="0"/>
        </a:xfrm>
      </p:grpSpPr>
      <p:sp>
        <p:nvSpPr>
          <p:cNvPr id="72" name="Google Shape;72;p10"/>
          <p:cNvSpPr txBox="1"/>
          <p:nvPr>
            <p:ph type="title"/>
          </p:nvPr>
        </p:nvSpPr>
        <p:spPr>
          <a:xfrm>
            <a:off x="581193" y="4693389"/>
            <a:ext cx="11029616"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accent1"/>
              </a:buClr>
              <a:buSzPts val="2400"/>
              <a:buFont typeface="Gill Sans"/>
              <a:buNone/>
              <a:defRPr b="0" sz="2400">
                <a:solidFill>
                  <a:schemeClr val="accen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10"/>
          <p:cNvSpPr/>
          <p:nvPr>
            <p:ph idx="2" type="pic"/>
          </p:nvPr>
        </p:nvSpPr>
        <p:spPr>
          <a:xfrm>
            <a:off x="447817" y="599725"/>
            <a:ext cx="11290859" cy="3557252"/>
          </a:xfrm>
          <a:prstGeom prst="rect">
            <a:avLst/>
          </a:prstGeom>
          <a:noFill/>
          <a:ln>
            <a:noFill/>
          </a:ln>
        </p:spPr>
      </p:sp>
      <p:sp>
        <p:nvSpPr>
          <p:cNvPr id="74" name="Google Shape;74;p10"/>
          <p:cNvSpPr txBox="1"/>
          <p:nvPr>
            <p:ph idx="1" type="body"/>
          </p:nvPr>
        </p:nvSpPr>
        <p:spPr>
          <a:xfrm>
            <a:off x="581192" y="5260127"/>
            <a:ext cx="11029617" cy="598671"/>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240"/>
              </a:spcBef>
              <a:spcAft>
                <a:spcPts val="0"/>
              </a:spcAft>
              <a:buSzPts val="1104"/>
              <a:buNone/>
              <a:defRPr sz="1200"/>
            </a:lvl1pPr>
            <a:lvl2pPr indent="-228600" lvl="1" marL="914400" algn="l">
              <a:lnSpc>
                <a:spcPct val="100000"/>
              </a:lnSpc>
              <a:spcBef>
                <a:spcPts val="600"/>
              </a:spcBef>
              <a:spcAft>
                <a:spcPts val="0"/>
              </a:spcAft>
              <a:buSzPts val="1104"/>
              <a:buNone/>
              <a:defRPr sz="1200"/>
            </a:lvl2pPr>
            <a:lvl3pPr indent="-228600" lvl="2" marL="1371600" algn="l">
              <a:lnSpc>
                <a:spcPct val="100000"/>
              </a:lnSpc>
              <a:spcBef>
                <a:spcPts val="600"/>
              </a:spcBef>
              <a:spcAft>
                <a:spcPts val="0"/>
              </a:spcAft>
              <a:buSzPts val="920"/>
              <a:buNone/>
              <a:defRPr sz="1000"/>
            </a:lvl3pPr>
            <a:lvl4pPr indent="-228600" lvl="3" marL="1828800" algn="l">
              <a:lnSpc>
                <a:spcPct val="100000"/>
              </a:lnSpc>
              <a:spcBef>
                <a:spcPts val="600"/>
              </a:spcBef>
              <a:spcAft>
                <a:spcPts val="0"/>
              </a:spcAft>
              <a:buSzPts val="828"/>
              <a:buNone/>
              <a:defRPr sz="900"/>
            </a:lvl4pPr>
            <a:lvl5pPr indent="-228600" lvl="4" marL="2286000" algn="l">
              <a:lnSpc>
                <a:spcPct val="100000"/>
              </a:lnSpc>
              <a:spcBef>
                <a:spcPts val="600"/>
              </a:spcBef>
              <a:spcAft>
                <a:spcPts val="0"/>
              </a:spcAft>
              <a:buSzPts val="828"/>
              <a:buNone/>
              <a:defRPr sz="900"/>
            </a:lvl5pPr>
            <a:lvl6pPr indent="-228600" lvl="5" marL="2743200" algn="l">
              <a:lnSpc>
                <a:spcPct val="100000"/>
              </a:lnSpc>
              <a:spcBef>
                <a:spcPts val="600"/>
              </a:spcBef>
              <a:spcAft>
                <a:spcPts val="0"/>
              </a:spcAft>
              <a:buSzPts val="828"/>
              <a:buNone/>
              <a:defRPr sz="900"/>
            </a:lvl6pPr>
            <a:lvl7pPr indent="-228600" lvl="6" marL="3200400" algn="l">
              <a:lnSpc>
                <a:spcPct val="100000"/>
              </a:lnSpc>
              <a:spcBef>
                <a:spcPts val="600"/>
              </a:spcBef>
              <a:spcAft>
                <a:spcPts val="0"/>
              </a:spcAft>
              <a:buSzPts val="828"/>
              <a:buNone/>
              <a:defRPr sz="900"/>
            </a:lvl7pPr>
            <a:lvl8pPr indent="-228600" lvl="7" marL="3657600" algn="l">
              <a:lnSpc>
                <a:spcPct val="100000"/>
              </a:lnSpc>
              <a:spcBef>
                <a:spcPts val="600"/>
              </a:spcBef>
              <a:spcAft>
                <a:spcPts val="0"/>
              </a:spcAft>
              <a:buSzPts val="828"/>
              <a:buNone/>
              <a:defRPr sz="900"/>
            </a:lvl8pPr>
            <a:lvl9pPr indent="-228600" lvl="8" marL="4114800" algn="l">
              <a:lnSpc>
                <a:spcPct val="100000"/>
              </a:lnSpc>
              <a:spcBef>
                <a:spcPts val="600"/>
              </a:spcBef>
              <a:spcAft>
                <a:spcPts val="600"/>
              </a:spcAft>
              <a:buSzPts val="828"/>
              <a:buNone/>
              <a:defRPr sz="900"/>
            </a:lvl9pPr>
          </a:lstStyle>
          <a:p/>
        </p:txBody>
      </p:sp>
      <p:sp>
        <p:nvSpPr>
          <p:cNvPr id="75" name="Google Shape;75;p10"/>
          <p:cNvSpPr txBox="1"/>
          <p:nvPr>
            <p:ph idx="10" type="dt"/>
          </p:nvPr>
        </p:nvSpPr>
        <p:spPr>
          <a:xfrm>
            <a:off x="7605951" y="5956137"/>
            <a:ext cx="2844799"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10"/>
          <p:cNvSpPr txBox="1"/>
          <p:nvPr>
            <p:ph idx="11" type="ftr"/>
          </p:nvPr>
        </p:nvSpPr>
        <p:spPr>
          <a:xfrm>
            <a:off x="581192" y="5951811"/>
            <a:ext cx="691721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10"/>
          <p:cNvSpPr txBox="1"/>
          <p:nvPr>
            <p:ph idx="12" type="sldNum"/>
          </p:nvPr>
        </p:nvSpPr>
        <p:spPr>
          <a:xfrm>
            <a:off x="10558300" y="5956137"/>
            <a:ext cx="105251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texto vertical" type="vertTx">
  <p:cSld name="VERTICAL_TEXT">
    <p:spTree>
      <p:nvGrpSpPr>
        <p:cNvPr id="78" name="Shape 78"/>
        <p:cNvGrpSpPr/>
        <p:nvPr/>
      </p:nvGrpSpPr>
      <p:grpSpPr>
        <a:xfrm>
          <a:off x="0" y="0"/>
          <a:ext cx="0" cy="0"/>
          <a:chOff x="0" y="0"/>
          <a:chExt cx="0" cy="0"/>
        </a:xfrm>
      </p:grpSpPr>
      <p:sp>
        <p:nvSpPr>
          <p:cNvPr id="79" name="Google Shape;79;p11"/>
          <p:cNvSpPr/>
          <p:nvPr/>
        </p:nvSpPr>
        <p:spPr>
          <a:xfrm>
            <a:off x="440286" y="614407"/>
            <a:ext cx="11309338" cy="1189298"/>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 name="Google Shape;80;p11"/>
          <p:cNvSpPr txBox="1"/>
          <p:nvPr>
            <p:ph type="title"/>
          </p:nvPr>
        </p:nvSpPr>
        <p:spPr>
          <a:xfrm>
            <a:off x="581192" y="702156"/>
            <a:ext cx="11029616" cy="101380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1" name="Google Shape;81;p11"/>
          <p:cNvSpPr txBox="1"/>
          <p:nvPr>
            <p:ph idx="1" type="body"/>
          </p:nvPr>
        </p:nvSpPr>
        <p:spPr>
          <a:xfrm rot="5400000">
            <a:off x="4334603" y="-1417408"/>
            <a:ext cx="3522794" cy="11029616"/>
          </a:xfrm>
          <a:prstGeom prst="rect">
            <a:avLst/>
          </a:prstGeom>
          <a:noFill/>
          <a:ln>
            <a:noFill/>
          </a:ln>
        </p:spPr>
        <p:txBody>
          <a:bodyPr anchorCtr="0" anchor="t" bIns="45700" lIns="91425" spcFirstLastPara="1" rIns="91425" wrap="square" tIns="45700">
            <a:normAutofit/>
          </a:bodyPr>
          <a:lstStyle>
            <a:lvl1pPr indent="-333756" lvl="0" marL="457200" algn="l">
              <a:lnSpc>
                <a:spcPct val="100000"/>
              </a:lnSpc>
              <a:spcBef>
                <a:spcPts val="360"/>
              </a:spcBef>
              <a:spcAft>
                <a:spcPts val="0"/>
              </a:spcAft>
              <a:buSzPts val="1656"/>
              <a:buChar char="◼"/>
              <a:defRPr/>
            </a:lvl1pPr>
            <a:lvl2pPr indent="-322072" lvl="1" marL="914400" algn="l">
              <a:lnSpc>
                <a:spcPct val="100000"/>
              </a:lnSpc>
              <a:spcBef>
                <a:spcPts val="600"/>
              </a:spcBef>
              <a:spcAft>
                <a:spcPts val="0"/>
              </a:spcAft>
              <a:buSzPts val="1472"/>
              <a:buChar char="◼"/>
              <a:defRPr/>
            </a:lvl2pPr>
            <a:lvl3pPr indent="-310388" lvl="2" marL="1371600" algn="l">
              <a:lnSpc>
                <a:spcPct val="100000"/>
              </a:lnSpc>
              <a:spcBef>
                <a:spcPts val="600"/>
              </a:spcBef>
              <a:spcAft>
                <a:spcPts val="0"/>
              </a:spcAft>
              <a:buSzPts val="1288"/>
              <a:buChar char="◼"/>
              <a:defRPr/>
            </a:lvl3pPr>
            <a:lvl4pPr indent="-298704" lvl="3" marL="1828800" algn="l">
              <a:lnSpc>
                <a:spcPct val="100000"/>
              </a:lnSpc>
              <a:spcBef>
                <a:spcPts val="600"/>
              </a:spcBef>
              <a:spcAft>
                <a:spcPts val="0"/>
              </a:spcAft>
              <a:buSzPts val="1104"/>
              <a:buChar char="◼"/>
              <a:defRPr/>
            </a:lvl4pPr>
            <a:lvl5pPr indent="-298704" lvl="4" marL="2286000" algn="l">
              <a:lnSpc>
                <a:spcPct val="100000"/>
              </a:lnSpc>
              <a:spcBef>
                <a:spcPts val="600"/>
              </a:spcBef>
              <a:spcAft>
                <a:spcPts val="0"/>
              </a:spcAft>
              <a:buSzPts val="1104"/>
              <a:buChar char="◼"/>
              <a:defRPr/>
            </a:lvl5pPr>
            <a:lvl6pPr indent="-333756" lvl="5" marL="2743200" algn="l">
              <a:lnSpc>
                <a:spcPct val="100000"/>
              </a:lnSpc>
              <a:spcBef>
                <a:spcPts val="600"/>
              </a:spcBef>
              <a:spcAft>
                <a:spcPts val="0"/>
              </a:spcAft>
              <a:buSzPts val="1656"/>
              <a:buChar char="◼"/>
              <a:defRPr/>
            </a:lvl6pPr>
            <a:lvl7pPr indent="-333756" lvl="6" marL="3200400" algn="l">
              <a:lnSpc>
                <a:spcPct val="100000"/>
              </a:lnSpc>
              <a:spcBef>
                <a:spcPts val="600"/>
              </a:spcBef>
              <a:spcAft>
                <a:spcPts val="0"/>
              </a:spcAft>
              <a:buSzPts val="1656"/>
              <a:buChar char="◼"/>
              <a:defRPr/>
            </a:lvl7pPr>
            <a:lvl8pPr indent="-333756" lvl="7" marL="3657600" algn="l">
              <a:lnSpc>
                <a:spcPct val="100000"/>
              </a:lnSpc>
              <a:spcBef>
                <a:spcPts val="600"/>
              </a:spcBef>
              <a:spcAft>
                <a:spcPts val="0"/>
              </a:spcAft>
              <a:buSzPts val="1656"/>
              <a:buChar char="◼"/>
              <a:defRPr/>
            </a:lvl8pPr>
            <a:lvl9pPr indent="-333756" lvl="8" marL="4114800" algn="l">
              <a:lnSpc>
                <a:spcPct val="100000"/>
              </a:lnSpc>
              <a:spcBef>
                <a:spcPts val="600"/>
              </a:spcBef>
              <a:spcAft>
                <a:spcPts val="600"/>
              </a:spcAft>
              <a:buSzPts val="1656"/>
              <a:buChar char="◼"/>
              <a:defRPr/>
            </a:lvl9pPr>
          </a:lstStyle>
          <a:p/>
        </p:txBody>
      </p:sp>
      <p:sp>
        <p:nvSpPr>
          <p:cNvPr id="82" name="Google Shape;82;p11"/>
          <p:cNvSpPr txBox="1"/>
          <p:nvPr>
            <p:ph idx="10" type="dt"/>
          </p:nvPr>
        </p:nvSpPr>
        <p:spPr>
          <a:xfrm>
            <a:off x="7605951" y="5956137"/>
            <a:ext cx="2844799"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11"/>
          <p:cNvSpPr txBox="1"/>
          <p:nvPr>
            <p:ph idx="11" type="ftr"/>
          </p:nvPr>
        </p:nvSpPr>
        <p:spPr>
          <a:xfrm>
            <a:off x="581192" y="5951811"/>
            <a:ext cx="691721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4" name="Google Shape;84;p11"/>
          <p:cNvSpPr txBox="1"/>
          <p:nvPr>
            <p:ph idx="12" type="sldNum"/>
          </p:nvPr>
        </p:nvSpPr>
        <p:spPr>
          <a:xfrm>
            <a:off x="10558300" y="5956137"/>
            <a:ext cx="105251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vertical y texto" type="vertTitleAndTx">
  <p:cSld name="VERTICAL_TITLE_AND_VERTICAL_TEXT">
    <p:spTree>
      <p:nvGrpSpPr>
        <p:cNvPr id="85" name="Shape 85"/>
        <p:cNvGrpSpPr/>
        <p:nvPr/>
      </p:nvGrpSpPr>
      <p:grpSpPr>
        <a:xfrm>
          <a:off x="0" y="0"/>
          <a:ext cx="0" cy="0"/>
          <a:chOff x="0" y="0"/>
          <a:chExt cx="0" cy="0"/>
        </a:xfrm>
      </p:grpSpPr>
      <p:sp>
        <p:nvSpPr>
          <p:cNvPr id="86" name="Google Shape;86;p12"/>
          <p:cNvSpPr/>
          <p:nvPr/>
        </p:nvSpPr>
        <p:spPr>
          <a:xfrm>
            <a:off x="8839201" y="599725"/>
            <a:ext cx="2906817" cy="581695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 name="Google Shape;87;p12"/>
          <p:cNvSpPr txBox="1"/>
          <p:nvPr>
            <p:ph type="title"/>
          </p:nvPr>
        </p:nvSpPr>
        <p:spPr>
          <a:xfrm rot="5400000">
            <a:off x="7249746" y="2265181"/>
            <a:ext cx="5183073" cy="2004164"/>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8" name="Google Shape;88;p12"/>
          <p:cNvSpPr txBox="1"/>
          <p:nvPr>
            <p:ph idx="1" type="body"/>
          </p:nvPr>
        </p:nvSpPr>
        <p:spPr>
          <a:xfrm rot="5400000">
            <a:off x="2131526" y="-680877"/>
            <a:ext cx="5183073" cy="7896279"/>
          </a:xfrm>
          <a:prstGeom prst="rect">
            <a:avLst/>
          </a:prstGeom>
          <a:noFill/>
          <a:ln>
            <a:noFill/>
          </a:ln>
        </p:spPr>
        <p:txBody>
          <a:bodyPr anchorCtr="0" anchor="t" bIns="45700" lIns="91425" spcFirstLastPara="1" rIns="91425" wrap="square" tIns="45700">
            <a:normAutofit/>
          </a:bodyPr>
          <a:lstStyle>
            <a:lvl1pPr indent="-333756" lvl="0" marL="457200" algn="l">
              <a:lnSpc>
                <a:spcPct val="100000"/>
              </a:lnSpc>
              <a:spcBef>
                <a:spcPts val="360"/>
              </a:spcBef>
              <a:spcAft>
                <a:spcPts val="0"/>
              </a:spcAft>
              <a:buSzPts val="1656"/>
              <a:buChar char="◼"/>
              <a:defRPr/>
            </a:lvl1pPr>
            <a:lvl2pPr indent="-333756" lvl="1" marL="914400" algn="l">
              <a:lnSpc>
                <a:spcPct val="100000"/>
              </a:lnSpc>
              <a:spcBef>
                <a:spcPts val="600"/>
              </a:spcBef>
              <a:spcAft>
                <a:spcPts val="0"/>
              </a:spcAft>
              <a:buSzPts val="1656"/>
              <a:buChar char="◼"/>
              <a:defRPr/>
            </a:lvl2pPr>
            <a:lvl3pPr indent="-333756" lvl="2" marL="1371600" algn="l">
              <a:lnSpc>
                <a:spcPct val="100000"/>
              </a:lnSpc>
              <a:spcBef>
                <a:spcPts val="600"/>
              </a:spcBef>
              <a:spcAft>
                <a:spcPts val="0"/>
              </a:spcAft>
              <a:buSzPts val="1656"/>
              <a:buChar char="◼"/>
              <a:defRPr/>
            </a:lvl3pPr>
            <a:lvl4pPr indent="-333756" lvl="3" marL="1828800" algn="l">
              <a:lnSpc>
                <a:spcPct val="100000"/>
              </a:lnSpc>
              <a:spcBef>
                <a:spcPts val="600"/>
              </a:spcBef>
              <a:spcAft>
                <a:spcPts val="0"/>
              </a:spcAft>
              <a:buSzPts val="1656"/>
              <a:buChar char="◼"/>
              <a:defRPr/>
            </a:lvl4pPr>
            <a:lvl5pPr indent="-333756" lvl="4" marL="2286000" algn="l">
              <a:lnSpc>
                <a:spcPct val="100000"/>
              </a:lnSpc>
              <a:spcBef>
                <a:spcPts val="600"/>
              </a:spcBef>
              <a:spcAft>
                <a:spcPts val="0"/>
              </a:spcAft>
              <a:buSzPts val="1656"/>
              <a:buChar char="◼"/>
              <a:defRPr/>
            </a:lvl5pPr>
            <a:lvl6pPr indent="-333756" lvl="5" marL="2743200" algn="l">
              <a:lnSpc>
                <a:spcPct val="100000"/>
              </a:lnSpc>
              <a:spcBef>
                <a:spcPts val="600"/>
              </a:spcBef>
              <a:spcAft>
                <a:spcPts val="0"/>
              </a:spcAft>
              <a:buSzPts val="1656"/>
              <a:buChar char="◼"/>
              <a:defRPr/>
            </a:lvl6pPr>
            <a:lvl7pPr indent="-333756" lvl="6" marL="3200400" algn="l">
              <a:lnSpc>
                <a:spcPct val="100000"/>
              </a:lnSpc>
              <a:spcBef>
                <a:spcPts val="600"/>
              </a:spcBef>
              <a:spcAft>
                <a:spcPts val="0"/>
              </a:spcAft>
              <a:buSzPts val="1656"/>
              <a:buChar char="◼"/>
              <a:defRPr/>
            </a:lvl7pPr>
            <a:lvl8pPr indent="-333756" lvl="7" marL="3657600" algn="l">
              <a:lnSpc>
                <a:spcPct val="100000"/>
              </a:lnSpc>
              <a:spcBef>
                <a:spcPts val="600"/>
              </a:spcBef>
              <a:spcAft>
                <a:spcPts val="0"/>
              </a:spcAft>
              <a:buSzPts val="1656"/>
              <a:buChar char="◼"/>
              <a:defRPr/>
            </a:lvl8pPr>
            <a:lvl9pPr indent="-333756" lvl="8" marL="4114800" algn="l">
              <a:lnSpc>
                <a:spcPct val="100000"/>
              </a:lnSpc>
              <a:spcBef>
                <a:spcPts val="600"/>
              </a:spcBef>
              <a:spcAft>
                <a:spcPts val="600"/>
              </a:spcAft>
              <a:buSzPts val="1656"/>
              <a:buChar char="◼"/>
              <a:defRPr/>
            </a:lvl9pPr>
          </a:lstStyle>
          <a:p/>
        </p:txBody>
      </p:sp>
      <p:sp>
        <p:nvSpPr>
          <p:cNvPr id="89" name="Google Shape;89;p12"/>
          <p:cNvSpPr txBox="1"/>
          <p:nvPr>
            <p:ph idx="10" type="dt"/>
          </p:nvPr>
        </p:nvSpPr>
        <p:spPr>
          <a:xfrm>
            <a:off x="8993673" y="5956137"/>
            <a:ext cx="1328141"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0" name="Google Shape;90;p12"/>
          <p:cNvSpPr txBox="1"/>
          <p:nvPr>
            <p:ph idx="11" type="ftr"/>
          </p:nvPr>
        </p:nvSpPr>
        <p:spPr>
          <a:xfrm>
            <a:off x="774923" y="5951811"/>
            <a:ext cx="7896279"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1" name="Google Shape;91;p12"/>
          <p:cNvSpPr txBox="1"/>
          <p:nvPr>
            <p:ph idx="12" type="sldNum"/>
          </p:nvPr>
        </p:nvSpPr>
        <p:spPr>
          <a:xfrm>
            <a:off x="10446615" y="5956137"/>
            <a:ext cx="1164195"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2D58AC"/>
                </a:solidFill>
                <a:latin typeface="Gill Sans"/>
                <a:ea typeface="Gill Sans"/>
                <a:cs typeface="Gill Sans"/>
                <a:sym typeface="Gill Sans"/>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2D58AC"/>
                </a:solidFill>
                <a:latin typeface="Gill Sans"/>
                <a:ea typeface="Gill Sans"/>
                <a:cs typeface="Gill Sans"/>
                <a:sym typeface="Gill Sans"/>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2D58AC"/>
                </a:solidFill>
                <a:latin typeface="Gill Sans"/>
                <a:ea typeface="Gill Sans"/>
                <a:cs typeface="Gill Sans"/>
                <a:sym typeface="Gill Sans"/>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2D58AC"/>
                </a:solidFill>
                <a:latin typeface="Gill Sans"/>
                <a:ea typeface="Gill Sans"/>
                <a:cs typeface="Gill Sans"/>
                <a:sym typeface="Gill Sans"/>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2D58AC"/>
                </a:solidFill>
                <a:latin typeface="Gill Sans"/>
                <a:ea typeface="Gill Sans"/>
                <a:cs typeface="Gill Sans"/>
                <a:sym typeface="Gill Sans"/>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2D58AC"/>
                </a:solidFill>
                <a:latin typeface="Gill Sans"/>
                <a:ea typeface="Gill Sans"/>
                <a:cs typeface="Gill Sans"/>
                <a:sym typeface="Gill Sans"/>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2D58AC"/>
                </a:solidFill>
                <a:latin typeface="Gill Sans"/>
                <a:ea typeface="Gill Sans"/>
                <a:cs typeface="Gill Sans"/>
                <a:sym typeface="Gill Sans"/>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2D58AC"/>
                </a:solidFill>
                <a:latin typeface="Gill Sans"/>
                <a:ea typeface="Gill Sans"/>
                <a:cs typeface="Gill Sans"/>
                <a:sym typeface="Gill Sans"/>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2D58AC"/>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581192" y="705124"/>
            <a:ext cx="11029616" cy="1189554"/>
          </a:xfrm>
          <a:prstGeom prst="rect">
            <a:avLst/>
          </a:prstGeom>
          <a:noFill/>
          <a:ln>
            <a:noFill/>
          </a:ln>
        </p:spPr>
        <p:txBody>
          <a:bodyPr anchorCtr="0" anchor="b" bIns="45700" lIns="91425" spcFirstLastPara="1" rIns="91425" wrap="square" tIns="45700">
            <a:normAutofit/>
          </a:bodyPr>
          <a:lstStyle>
            <a:lvl1pPr lvl="0" marR="0" rtl="0" algn="l">
              <a:lnSpc>
                <a:spcPct val="100000"/>
              </a:lnSpc>
              <a:spcBef>
                <a:spcPts val="0"/>
              </a:spcBef>
              <a:spcAft>
                <a:spcPts val="0"/>
              </a:spcAft>
              <a:buClr>
                <a:schemeClr val="lt1"/>
              </a:buClr>
              <a:buSzPts val="2800"/>
              <a:buFont typeface="Gill Sans"/>
              <a:buNone/>
              <a:defRPr b="0" i="0" sz="2800" u="none" cap="none" strike="noStrike">
                <a:solidFill>
                  <a:schemeClr val="lt1"/>
                </a:solidFill>
                <a:latin typeface="Gill Sans"/>
                <a:ea typeface="Gill Sans"/>
                <a:cs typeface="Gill Sans"/>
                <a:sym typeface="Gill Sans"/>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9pPr>
          </a:lstStyle>
          <a:p/>
        </p:txBody>
      </p:sp>
      <p:sp>
        <p:nvSpPr>
          <p:cNvPr id="7" name="Google Shape;7;p1"/>
          <p:cNvSpPr txBox="1"/>
          <p:nvPr>
            <p:ph idx="1" type="body"/>
          </p:nvPr>
        </p:nvSpPr>
        <p:spPr>
          <a:xfrm>
            <a:off x="581192" y="2336003"/>
            <a:ext cx="11029616" cy="3522794"/>
          </a:xfrm>
          <a:prstGeom prst="rect">
            <a:avLst/>
          </a:prstGeom>
          <a:noFill/>
          <a:ln>
            <a:noFill/>
          </a:ln>
        </p:spPr>
        <p:txBody>
          <a:bodyPr anchorCtr="0" anchor="ctr" bIns="45700" lIns="91425" spcFirstLastPara="1" rIns="91425" wrap="square" tIns="45700">
            <a:normAutofit/>
          </a:bodyPr>
          <a:lstStyle>
            <a:lvl1pPr indent="-333756" lvl="0" marL="457200" marR="0" rtl="0" algn="l">
              <a:lnSpc>
                <a:spcPct val="100000"/>
              </a:lnSpc>
              <a:spcBef>
                <a:spcPts val="360"/>
              </a:spcBef>
              <a:spcAft>
                <a:spcPts val="0"/>
              </a:spcAft>
              <a:buClr>
                <a:schemeClr val="accent2"/>
              </a:buClr>
              <a:buSzPts val="1656"/>
              <a:buFont typeface="Noto Sans Symbols"/>
              <a:buChar char="◼"/>
              <a:defRPr b="0" i="0" sz="1800" u="none" cap="none" strike="noStrike">
                <a:solidFill>
                  <a:schemeClr val="dk2"/>
                </a:solidFill>
                <a:latin typeface="Gill Sans"/>
                <a:ea typeface="Gill Sans"/>
                <a:cs typeface="Gill Sans"/>
                <a:sym typeface="Gill Sans"/>
              </a:defRPr>
            </a:lvl1pPr>
            <a:lvl2pPr indent="-322072" lvl="1" marL="914400" marR="0" rtl="0" algn="l">
              <a:lnSpc>
                <a:spcPct val="100000"/>
              </a:lnSpc>
              <a:spcBef>
                <a:spcPts val="600"/>
              </a:spcBef>
              <a:spcAft>
                <a:spcPts val="0"/>
              </a:spcAft>
              <a:buClr>
                <a:schemeClr val="accent2"/>
              </a:buClr>
              <a:buSzPts val="1472"/>
              <a:buFont typeface="Noto Sans Symbols"/>
              <a:buChar char="◼"/>
              <a:defRPr b="0" i="0" sz="1600" u="none" cap="none" strike="noStrike">
                <a:solidFill>
                  <a:schemeClr val="dk2"/>
                </a:solidFill>
                <a:latin typeface="Gill Sans"/>
                <a:ea typeface="Gill Sans"/>
                <a:cs typeface="Gill Sans"/>
                <a:sym typeface="Gill Sans"/>
              </a:defRPr>
            </a:lvl2pPr>
            <a:lvl3pPr indent="-310388" lvl="2" marL="1371600" marR="0" rtl="0" algn="l">
              <a:lnSpc>
                <a:spcPct val="100000"/>
              </a:lnSpc>
              <a:spcBef>
                <a:spcPts val="600"/>
              </a:spcBef>
              <a:spcAft>
                <a:spcPts val="0"/>
              </a:spcAft>
              <a:buClr>
                <a:schemeClr val="accent2"/>
              </a:buClr>
              <a:buSzPts val="1288"/>
              <a:buFont typeface="Noto Sans Symbols"/>
              <a:buChar char="◼"/>
              <a:defRPr b="0" i="0" sz="1400" u="none" cap="none" strike="noStrike">
                <a:solidFill>
                  <a:schemeClr val="dk2"/>
                </a:solidFill>
                <a:latin typeface="Gill Sans"/>
                <a:ea typeface="Gill Sans"/>
                <a:cs typeface="Gill Sans"/>
                <a:sym typeface="Gill Sans"/>
              </a:defRPr>
            </a:lvl3pPr>
            <a:lvl4pPr indent="-298704" lvl="3" marL="1828800" marR="0" rtl="0" algn="l">
              <a:lnSpc>
                <a:spcPct val="100000"/>
              </a:lnSpc>
              <a:spcBef>
                <a:spcPts val="600"/>
              </a:spcBef>
              <a:spcAft>
                <a:spcPts val="0"/>
              </a:spcAft>
              <a:buClr>
                <a:schemeClr val="accent2"/>
              </a:buClr>
              <a:buSzPts val="1104"/>
              <a:buFont typeface="Noto Sans Symbols"/>
              <a:buChar char="◼"/>
              <a:defRPr b="0" i="0" sz="1200" u="none" cap="none" strike="noStrike">
                <a:solidFill>
                  <a:schemeClr val="dk2"/>
                </a:solidFill>
                <a:latin typeface="Gill Sans"/>
                <a:ea typeface="Gill Sans"/>
                <a:cs typeface="Gill Sans"/>
                <a:sym typeface="Gill Sans"/>
              </a:defRPr>
            </a:lvl4pPr>
            <a:lvl5pPr indent="-298704" lvl="4" marL="2286000" marR="0" rtl="0" algn="l">
              <a:lnSpc>
                <a:spcPct val="100000"/>
              </a:lnSpc>
              <a:spcBef>
                <a:spcPts val="600"/>
              </a:spcBef>
              <a:spcAft>
                <a:spcPts val="0"/>
              </a:spcAft>
              <a:buClr>
                <a:schemeClr val="accent2"/>
              </a:buClr>
              <a:buSzPts val="1104"/>
              <a:buFont typeface="Noto Sans Symbols"/>
              <a:buChar char="◼"/>
              <a:defRPr b="0" i="0" sz="1200" u="none" cap="none" strike="noStrike">
                <a:solidFill>
                  <a:schemeClr val="dk2"/>
                </a:solidFill>
                <a:latin typeface="Gill Sans"/>
                <a:ea typeface="Gill Sans"/>
                <a:cs typeface="Gill Sans"/>
                <a:sym typeface="Gill Sans"/>
              </a:defRPr>
            </a:lvl5pPr>
            <a:lvl6pPr indent="-298704" lvl="5" marL="2743200" marR="0" rtl="0" algn="l">
              <a:lnSpc>
                <a:spcPct val="100000"/>
              </a:lnSpc>
              <a:spcBef>
                <a:spcPts val="600"/>
              </a:spcBef>
              <a:spcAft>
                <a:spcPts val="0"/>
              </a:spcAft>
              <a:buClr>
                <a:schemeClr val="accent2"/>
              </a:buClr>
              <a:buSzPts val="1104"/>
              <a:buFont typeface="Noto Sans Symbols"/>
              <a:buChar char="◼"/>
              <a:defRPr b="0" i="0" sz="1200" u="none" cap="none" strike="noStrike">
                <a:solidFill>
                  <a:schemeClr val="dk2"/>
                </a:solidFill>
                <a:latin typeface="Gill Sans"/>
                <a:ea typeface="Gill Sans"/>
                <a:cs typeface="Gill Sans"/>
                <a:sym typeface="Gill Sans"/>
              </a:defRPr>
            </a:lvl6pPr>
            <a:lvl7pPr indent="-298704" lvl="6" marL="3200400" marR="0" rtl="0" algn="l">
              <a:lnSpc>
                <a:spcPct val="100000"/>
              </a:lnSpc>
              <a:spcBef>
                <a:spcPts val="600"/>
              </a:spcBef>
              <a:spcAft>
                <a:spcPts val="0"/>
              </a:spcAft>
              <a:buClr>
                <a:schemeClr val="accent2"/>
              </a:buClr>
              <a:buSzPts val="1104"/>
              <a:buFont typeface="Noto Sans Symbols"/>
              <a:buChar char="◼"/>
              <a:defRPr b="0" i="0" sz="1200" u="none" cap="none" strike="noStrike">
                <a:solidFill>
                  <a:schemeClr val="dk2"/>
                </a:solidFill>
                <a:latin typeface="Gill Sans"/>
                <a:ea typeface="Gill Sans"/>
                <a:cs typeface="Gill Sans"/>
                <a:sym typeface="Gill Sans"/>
              </a:defRPr>
            </a:lvl7pPr>
            <a:lvl8pPr indent="-298704" lvl="7" marL="3657600" marR="0" rtl="0" algn="l">
              <a:lnSpc>
                <a:spcPct val="100000"/>
              </a:lnSpc>
              <a:spcBef>
                <a:spcPts val="600"/>
              </a:spcBef>
              <a:spcAft>
                <a:spcPts val="0"/>
              </a:spcAft>
              <a:buClr>
                <a:schemeClr val="accent2"/>
              </a:buClr>
              <a:buSzPts val="1104"/>
              <a:buFont typeface="Noto Sans Symbols"/>
              <a:buChar char="◼"/>
              <a:defRPr b="0" i="0" sz="1200" u="none" cap="none" strike="noStrike">
                <a:solidFill>
                  <a:schemeClr val="dk2"/>
                </a:solidFill>
                <a:latin typeface="Gill Sans"/>
                <a:ea typeface="Gill Sans"/>
                <a:cs typeface="Gill Sans"/>
                <a:sym typeface="Gill Sans"/>
              </a:defRPr>
            </a:lvl8pPr>
            <a:lvl9pPr indent="-298704" lvl="8" marL="4114800" marR="0" rtl="0" algn="l">
              <a:lnSpc>
                <a:spcPct val="100000"/>
              </a:lnSpc>
              <a:spcBef>
                <a:spcPts val="600"/>
              </a:spcBef>
              <a:spcAft>
                <a:spcPts val="600"/>
              </a:spcAft>
              <a:buClr>
                <a:schemeClr val="accent2"/>
              </a:buClr>
              <a:buSzPts val="1104"/>
              <a:buFont typeface="Noto Sans Symbols"/>
              <a:buChar char="◼"/>
              <a:defRPr b="0" i="0" sz="1200" u="none" cap="none" strike="noStrike">
                <a:solidFill>
                  <a:schemeClr val="dk2"/>
                </a:solidFill>
                <a:latin typeface="Gill Sans"/>
                <a:ea typeface="Gill Sans"/>
                <a:cs typeface="Gill Sans"/>
                <a:sym typeface="Gill Sans"/>
              </a:defRPr>
            </a:lvl9pPr>
          </a:lstStyle>
          <a:p/>
        </p:txBody>
      </p:sp>
      <p:sp>
        <p:nvSpPr>
          <p:cNvPr id="8" name="Google Shape;8;p1"/>
          <p:cNvSpPr txBox="1"/>
          <p:nvPr>
            <p:ph idx="10" type="dt"/>
          </p:nvPr>
        </p:nvSpPr>
        <p:spPr>
          <a:xfrm>
            <a:off x="7605951" y="5956137"/>
            <a:ext cx="2844799" cy="365125"/>
          </a:xfrm>
          <a:prstGeom prst="rect">
            <a:avLst/>
          </a:prstGeom>
          <a:noFill/>
          <a:ln>
            <a:noFill/>
          </a:ln>
        </p:spPr>
        <p:txBody>
          <a:bodyPr anchorCtr="0" anchor="ctr"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900" u="none" cap="none" strike="noStrike">
                <a:solidFill>
                  <a:schemeClr val="accent2"/>
                </a:solidFill>
                <a:latin typeface="Gill Sans"/>
                <a:ea typeface="Gill Sans"/>
                <a:cs typeface="Gill Sans"/>
                <a:sym typeface="Gill Sans"/>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9pPr>
          </a:lstStyle>
          <a:p/>
        </p:txBody>
      </p:sp>
      <p:sp>
        <p:nvSpPr>
          <p:cNvPr id="9" name="Google Shape;9;p1"/>
          <p:cNvSpPr txBox="1"/>
          <p:nvPr>
            <p:ph idx="11" type="ftr"/>
          </p:nvPr>
        </p:nvSpPr>
        <p:spPr>
          <a:xfrm>
            <a:off x="581192" y="5951811"/>
            <a:ext cx="691721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900" u="none" cap="none" strike="noStrike">
                <a:solidFill>
                  <a:schemeClr val="accent2"/>
                </a:solidFill>
                <a:latin typeface="Gill Sans"/>
                <a:ea typeface="Gill Sans"/>
                <a:cs typeface="Gill Sans"/>
                <a:sym typeface="Gill Sans"/>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9pPr>
          </a:lstStyle>
          <a:p/>
        </p:txBody>
      </p:sp>
      <p:sp>
        <p:nvSpPr>
          <p:cNvPr id="10" name="Google Shape;10;p1"/>
          <p:cNvSpPr txBox="1"/>
          <p:nvPr>
            <p:ph idx="12" type="sldNum"/>
          </p:nvPr>
        </p:nvSpPr>
        <p:spPr>
          <a:xfrm>
            <a:off x="10558300" y="5956137"/>
            <a:ext cx="105251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1pPr>
            <a:lvl2pPr indent="0" lvl="1" marL="0" marR="0" rtl="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2pPr>
            <a:lvl3pPr indent="0" lvl="2" marL="0" marR="0" rtl="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3pPr>
            <a:lvl4pPr indent="0" lvl="3" marL="0" marR="0" rtl="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4pPr>
            <a:lvl5pPr indent="0" lvl="4" marL="0" marR="0" rtl="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5pPr>
            <a:lvl6pPr indent="0" lvl="5" marL="0" marR="0" rtl="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6pPr>
            <a:lvl7pPr indent="0" lvl="6" marL="0" marR="0" rtl="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7pPr>
            <a:lvl8pPr indent="0" lvl="7" marL="0" marR="0" rtl="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8pPr>
            <a:lvl9pPr indent="0" lvl="8" marL="0" marR="0" rtl="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s-ES"/>
              <a:t>‹#›</a:t>
            </a:fld>
            <a:endParaRPr/>
          </a:p>
        </p:txBody>
      </p:sp>
      <p:sp>
        <p:nvSpPr>
          <p:cNvPr id="11" name="Google Shape;11;p1"/>
          <p:cNvSpPr/>
          <p:nvPr/>
        </p:nvSpPr>
        <p:spPr>
          <a:xfrm>
            <a:off x="446534" y="457200"/>
            <a:ext cx="3703320" cy="94997"/>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 name="Google Shape;12;p1"/>
          <p:cNvSpPr/>
          <p:nvPr/>
        </p:nvSpPr>
        <p:spPr>
          <a:xfrm>
            <a:off x="8042147" y="453643"/>
            <a:ext cx="3703320" cy="98554"/>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 name="Google Shape;13;p1"/>
          <p:cNvSpPr/>
          <p:nvPr/>
        </p:nvSpPr>
        <p:spPr>
          <a:xfrm>
            <a:off x="4241830" y="457200"/>
            <a:ext cx="3703320" cy="9144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2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5.png"/><Relationship Id="rId4" Type="http://schemas.openxmlformats.org/officeDocument/2006/relationships/image" Target="../media/image3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hyperlink" Target="http://ec.edu" TargetMode="External"/><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39.png"/><Relationship Id="rId7" Type="http://schemas.openxmlformats.org/officeDocument/2006/relationships/image" Target="../media/image4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6.png"/><Relationship Id="rId4" Type="http://schemas.openxmlformats.org/officeDocument/2006/relationships/image" Target="../media/image10.png"/><Relationship Id="rId5" Type="http://schemas.openxmlformats.org/officeDocument/2006/relationships/image" Target="../media/image41.png"/><Relationship Id="rId6" Type="http://schemas.openxmlformats.org/officeDocument/2006/relationships/image" Target="../media/image4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2.png"/><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15.png"/><Relationship Id="rId4" Type="http://schemas.openxmlformats.org/officeDocument/2006/relationships/image" Target="../media/image6.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14.png"/><Relationship Id="rId4" Type="http://schemas.openxmlformats.org/officeDocument/2006/relationships/image" Target="../media/image1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1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17.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18.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29.png"/><Relationship Id="rId4" Type="http://schemas.openxmlformats.org/officeDocument/2006/relationships/image" Target="../media/image20.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21.png"/><Relationship Id="rId4" Type="http://schemas.openxmlformats.org/officeDocument/2006/relationships/image" Target="../media/image22.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19.png"/><Relationship Id="rId4" Type="http://schemas.openxmlformats.org/officeDocument/2006/relationships/image" Target="../media/image20.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image" Target="../media/image25.png"/><Relationship Id="rId4" Type="http://schemas.openxmlformats.org/officeDocument/2006/relationships/image" Target="../media/image24.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 Id="rId3" Type="http://schemas.openxmlformats.org/officeDocument/2006/relationships/image" Target="../media/image23.png"/><Relationship Id="rId4" Type="http://schemas.openxmlformats.org/officeDocument/2006/relationships/image" Target="../media/image27.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 Id="rId3" Type="http://schemas.openxmlformats.org/officeDocument/2006/relationships/image" Target="../media/image26.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 Id="rId3" Type="http://schemas.openxmlformats.org/officeDocument/2006/relationships/image" Target="../media/image32.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 Id="rId3" Type="http://schemas.openxmlformats.org/officeDocument/2006/relationships/image" Target="../media/image30.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 Id="rId3" Type="http://schemas.openxmlformats.org/officeDocument/2006/relationships/image" Target="../media/image31.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 Id="rId3" Type="http://schemas.openxmlformats.org/officeDocument/2006/relationships/image" Target="../media/image32.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 Id="rId3" Type="http://schemas.openxmlformats.org/officeDocument/2006/relationships/image" Target="../media/image33.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 Id="rId3" Type="http://schemas.openxmlformats.org/officeDocument/2006/relationships/image" Target="../media/image34.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 Id="rId3" Type="http://schemas.openxmlformats.org/officeDocument/2006/relationships/image" Target="../media/image37.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 Id="rId3" Type="http://schemas.openxmlformats.org/officeDocument/2006/relationships/image" Target="../media/image35.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 Id="rId3" Type="http://schemas.openxmlformats.org/officeDocument/2006/relationships/image" Target="../media/image36.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3"/>
          <p:cNvSpPr txBox="1"/>
          <p:nvPr>
            <p:ph type="ctrTitle"/>
          </p:nvPr>
        </p:nvSpPr>
        <p:spPr>
          <a:xfrm>
            <a:off x="599226" y="3158569"/>
            <a:ext cx="10993549" cy="1578409"/>
          </a:xfrm>
          <a:prstGeom prst="rect">
            <a:avLst/>
          </a:prstGeom>
          <a:noFill/>
          <a:ln>
            <a:noFill/>
          </a:ln>
        </p:spPr>
        <p:txBody>
          <a:bodyPr anchorCtr="0" anchor="b" bIns="45700" lIns="91425" spcFirstLastPara="1" rIns="91425" wrap="square" tIns="45700">
            <a:normAutofit/>
          </a:bodyPr>
          <a:lstStyle/>
          <a:p>
            <a:pPr>
              <a:defRPr b="1">
                <a:latin typeface="Calibri"/>
              </a:defRPr>
            </a:pPr>
            <a:r>
              <a:t>MANUAL DE CONFIGURACIÓN</a:t>
            </a:r>
          </a:p>
          <a:p>
            <a:pPr>
              <a:defRPr b="1">
                <a:latin typeface="Calibri"/>
              </a:defRPr>
            </a:pPr>
            <a:r>
              <a:t>SISTEMA CONVERSIÓN DE UNIDADES RESTFUL .NET 8 (SIN BDD)</a:t>
            </a:r>
          </a:p>
        </p:txBody>
      </p:sp>
      <p:sp>
        <p:nvSpPr>
          <p:cNvPr id="97" name="Google Shape;97;p13"/>
          <p:cNvSpPr txBox="1"/>
          <p:nvPr>
            <p:ph idx="1" type="subTitle"/>
          </p:nvPr>
        </p:nvSpPr>
        <p:spPr>
          <a:xfrm>
            <a:off x="599226" y="4572000"/>
            <a:ext cx="4261531" cy="1812758"/>
          </a:xfrm>
          <a:prstGeom prst="rect">
            <a:avLst/>
          </a:prstGeom>
          <a:noFill/>
          <a:ln>
            <a:noFill/>
          </a:ln>
        </p:spPr>
        <p:txBody>
          <a:bodyPr anchorCtr="0" anchor="t" bIns="45700" lIns="91425" spcFirstLastPara="1" rIns="91425" wrap="square" tIns="45700">
            <a:normAutofit/>
          </a:bodyPr>
          <a:lstStyle/>
          <a:p>
            <a:pPr>
              <a:defRPr>
                <a:latin typeface="Calibri"/>
              </a:defRPr>
            </a:pPr>
          </a:p>
          <a:p>
            <a:pPr>
              <a:defRPr>
                <a:latin typeface="Calibri"/>
              </a:defRPr>
            </a:pPr>
            <a:r>
              <a:t>INTEGRANTE: 	DANIELA TITUAÑA MORENO</a:t>
            </a:r>
          </a:p>
          <a:p>
            <a:pPr>
              <a:defRPr>
                <a:latin typeface="Calibri"/>
              </a:defRPr>
            </a:pPr>
            <a:r>
              <a:t>GRUPO:       	GRUPO 08</a:t>
            </a:r>
          </a:p>
          <a:p>
            <a:pPr>
              <a:defRPr>
                <a:latin typeface="Calibri"/>
              </a:defRPr>
            </a:pPr>
            <a:r>
              <a:t>NRC:         	36883</a:t>
            </a:r>
          </a:p>
        </p:txBody>
      </p:sp>
      <p:pic>
        <p:nvPicPr>
          <p:cNvPr descr="Resultado de imagen para espe" id="98" name="Google Shape;98;p13"/>
          <p:cNvPicPr preferRelativeResize="0"/>
          <p:nvPr/>
        </p:nvPicPr>
        <p:blipFill rotWithShape="1">
          <a:blip r:embed="rId3">
            <a:alphaModFix/>
          </a:blip>
          <a:srcRect b="0" l="0" r="0" t="0"/>
          <a:stretch/>
        </p:blipFill>
        <p:spPr>
          <a:xfrm>
            <a:off x="319597" y="716302"/>
            <a:ext cx="11647502" cy="2193925"/>
          </a:xfrm>
          <a:prstGeom prst="rect">
            <a:avLst/>
          </a:prstGeom>
          <a:noFill/>
          <a:ln>
            <a:noFill/>
          </a:ln>
        </p:spPr>
      </p:pic>
      <p:sp>
        <p:nvSpPr>
          <p:cNvPr id="99" name="Google Shape;99;p13"/>
          <p:cNvSpPr txBox="1"/>
          <p:nvPr/>
        </p:nvSpPr>
        <p:spPr>
          <a:xfrm>
            <a:off x="9037063" y="5301801"/>
            <a:ext cx="4261531" cy="1235358"/>
          </a:xfrm>
          <a:prstGeom prst="rect">
            <a:avLst/>
          </a:prstGeom>
          <a:noFill/>
          <a:ln>
            <a:noFill/>
          </a:ln>
        </p:spPr>
        <p:txBody>
          <a:bodyPr anchorCtr="0" anchor="t" bIns="45700" lIns="91425" spcFirstLastPara="1" rIns="91425" wrap="square" tIns="45700">
            <a:normAutofit/>
          </a:bodyPr>
          <a:lstStyle/>
          <a:p>
            <a:pPr>
              <a:defRPr>
                <a:latin typeface="Calibri"/>
              </a:defRPr>
            </a:pPr>
            <a:r>
              <a:t>FECHA:  25/10/2026</a:t>
            </a:r>
          </a:p>
          <a:p>
            <a:pPr>
              <a:defRPr>
                <a:latin typeface="Calibri"/>
              </a:defRPr>
            </a:pPr>
            <a:r>
              <a:t>ING: CAMPAÑA MAURICIO</a:t>
            </a:r>
          </a:p>
        </p:txBody>
      </p:sp>
      <p:sp>
        <p:nvSpPr>
          <p:cNvPr id="100" name="Google Shape;100;p13"/>
          <p:cNvSpPr txBox="1"/>
          <p:nvPr/>
        </p:nvSpPr>
        <p:spPr>
          <a:xfrm>
            <a:off x="11817675" y="6474048"/>
            <a:ext cx="374325"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Gill Sans"/>
              <a:buNone/>
            </a:pPr>
            <a:r>
              <a:rPr b="0" i="0" lang="es-ES" sz="2000" u="none" cap="none" strike="noStrike">
                <a:solidFill>
                  <a:srgbClr val="000000"/>
                </a:solidFill>
                <a:latin typeface="Gill Sans"/>
                <a:ea typeface="Gill Sans"/>
                <a:cs typeface="Gill Sans"/>
                <a:sym typeface="Gill Sans"/>
              </a:rPr>
              <a:t>1</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04" name="Shape 104"/>
        <p:cNvGrpSpPr/>
        <p:nvPr/>
      </p:nvGrpSpPr>
      <p:grpSpPr>
        <a:xfrm>
          <a:off x="0" y="0"/>
          <a:ext cx="0" cy="0"/>
          <a:chOff x="0" y="0"/>
          <a:chExt cx="0" cy="0"/>
        </a:xfrm>
      </p:grpSpPr>
      <p:sp>
        <p:nvSpPr>
          <p:cNvPr id="105" name="Google Shape;105;p14"/>
          <p:cNvSpPr/>
          <p:nvPr/>
        </p:nvSpPr>
        <p:spPr>
          <a:xfrm>
            <a:off x="0" y="614406"/>
            <a:ext cx="12192000" cy="6243593"/>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Gill Sans"/>
              <a:buNone/>
            </a:pPr>
            <a:r>
              <a:t/>
            </a:r>
            <a:endParaRPr b="0" i="0" sz="1800" u="none" cap="none" strike="noStrike">
              <a:solidFill>
                <a:srgbClr val="FFFFFF"/>
              </a:solidFill>
              <a:latin typeface="Gill Sans"/>
              <a:ea typeface="Gill Sans"/>
              <a:cs typeface="Gill Sans"/>
              <a:sym typeface="Gill Sans"/>
            </a:endParaRPr>
          </a:p>
        </p:txBody>
      </p:sp>
      <p:sp>
        <p:nvSpPr>
          <p:cNvPr id="106" name="Google Shape;106;p14"/>
          <p:cNvSpPr/>
          <p:nvPr/>
        </p:nvSpPr>
        <p:spPr>
          <a:xfrm>
            <a:off x="442377" y="614407"/>
            <a:ext cx="3707477" cy="5611772"/>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ill Sans"/>
              <a:ea typeface="Gill Sans"/>
              <a:cs typeface="Gill Sans"/>
              <a:sym typeface="Gill Sans"/>
            </a:endParaRPr>
          </a:p>
        </p:txBody>
      </p:sp>
      <p:sp>
        <p:nvSpPr>
          <p:cNvPr id="107" name="Google Shape;107;p14"/>
          <p:cNvSpPr txBox="1"/>
          <p:nvPr>
            <p:ph idx="1" type="body"/>
          </p:nvPr>
        </p:nvSpPr>
        <p:spPr>
          <a:xfrm>
            <a:off x="596348" y="701336"/>
            <a:ext cx="3389726" cy="5424255"/>
          </a:xfrm>
          <a:prstGeom prst="rect">
            <a:avLst/>
          </a:prstGeom>
          <a:noFill/>
          <a:ln>
            <a:noFill/>
          </a:ln>
        </p:spPr>
        <p:txBody>
          <a:bodyPr anchorCtr="0" anchor="ctr" bIns="45700" lIns="91425" spcFirstLastPara="1" rIns="91425" wrap="square" tIns="45700">
            <a:normAutofit lnSpcReduction="10000"/>
          </a:bodyPr>
          <a:lstStyle/>
          <a:p>
            <a:pPr indent="-306000" lvl="0" marL="306000" rtl="0" algn="l">
              <a:lnSpc>
                <a:spcPct val="100000"/>
              </a:lnSpc>
              <a:spcBef>
                <a:spcPts val="0"/>
              </a:spcBef>
              <a:spcAft>
                <a:spcPts val="0"/>
              </a:spcAft>
              <a:buSzPts val="1656"/>
              <a:buChar char="◼"/>
            </a:pPr>
            <a:r>
              <a:rPr lang="es-ES">
                <a:solidFill>
                  <a:schemeClr val="lt1"/>
                </a:solidFill>
              </a:rPr>
              <a:t>DESARROLLO</a:t>
            </a:r>
            <a:endParaRPr/>
          </a:p>
          <a:p>
            <a:pPr indent="-320020" lvl="1" marL="630000" rtl="0" algn="l">
              <a:lnSpc>
                <a:spcPct val="100000"/>
              </a:lnSpc>
              <a:spcBef>
                <a:spcPts val="872"/>
              </a:spcBef>
              <a:spcAft>
                <a:spcPts val="0"/>
              </a:spcAft>
              <a:buSzPts val="1472"/>
              <a:buChar char="◼"/>
            </a:pPr>
            <a:r>
              <a:rPr lang="es-ES">
                <a:solidFill>
                  <a:schemeClr val="lt1"/>
                </a:solidFill>
              </a:rPr>
              <a:t>OBJETIVO</a:t>
            </a:r>
            <a:endParaRPr/>
          </a:p>
          <a:p>
            <a:pPr indent="-320020" lvl="1" marL="630000" rtl="0" algn="l">
              <a:lnSpc>
                <a:spcPct val="100000"/>
              </a:lnSpc>
              <a:spcBef>
                <a:spcPts val="872"/>
              </a:spcBef>
              <a:spcAft>
                <a:spcPts val="0"/>
              </a:spcAft>
              <a:buSzPts val="1472"/>
              <a:buChar char="◼"/>
            </a:pPr>
            <a:r>
              <a:rPr lang="es-ES">
                <a:solidFill>
                  <a:schemeClr val="lt1"/>
                </a:solidFill>
              </a:rPr>
              <a:t>CREACIÓN DEL SERVIDOR RESTful EN .NET 8</a:t>
            </a:r>
            <a:endParaRPr/>
          </a:p>
          <a:p>
            <a:pPr indent="-320020" lvl="1" marL="630000" rtl="0" algn="l">
              <a:lnSpc>
                <a:spcPct val="100000"/>
              </a:lnSpc>
              <a:spcBef>
                <a:spcPts val="872"/>
              </a:spcBef>
              <a:spcAft>
                <a:spcPts val="0"/>
              </a:spcAft>
              <a:buSzPts val="1472"/>
              <a:buChar char="◼"/>
            </a:pPr>
            <a:r>
              <a:rPr lang="es-ES" sz="1800">
                <a:solidFill>
                  <a:schemeClr val="lt1"/>
                </a:solidFill>
              </a:rPr>
              <a:t>CREACIÓN DEL PROYECTO – CLIENTE CONSOLA</a:t>
            </a:r>
            <a:endParaRPr/>
          </a:p>
          <a:p>
            <a:pPr indent="-320020" lvl="1" marL="630000" rtl="0" algn="l">
              <a:lnSpc>
                <a:spcPct val="100000"/>
              </a:lnSpc>
              <a:spcBef>
                <a:spcPts val="872"/>
              </a:spcBef>
              <a:spcAft>
                <a:spcPts val="0"/>
              </a:spcAft>
              <a:buSzPts val="1472"/>
              <a:buChar char="◼"/>
            </a:pPr>
            <a:r>
              <a:rPr lang="es-ES" sz="1800">
                <a:solidFill>
                  <a:schemeClr val="lt1"/>
                </a:solidFill>
              </a:rPr>
              <a:t>CREACIÓN DEL PROYECTO – CLIENTE ESCRITORIO</a:t>
            </a:r>
            <a:endParaRPr/>
          </a:p>
          <a:p>
            <a:pPr indent="-320020" lvl="1" marL="630000" rtl="0" algn="l">
              <a:lnSpc>
                <a:spcPct val="100000"/>
              </a:lnSpc>
              <a:spcBef>
                <a:spcPts val="872"/>
              </a:spcBef>
              <a:spcAft>
                <a:spcPts val="0"/>
              </a:spcAft>
              <a:buSzPts val="1472"/>
              <a:buChar char="◼"/>
            </a:pPr>
            <a:r>
              <a:rPr lang="es-ES" sz="1800">
                <a:solidFill>
                  <a:schemeClr val="lt1"/>
                </a:solidFill>
              </a:rPr>
              <a:t>CREACIÓN DEL PROYECTO – CLIENTE WEB</a:t>
            </a:r>
            <a:endParaRPr/>
          </a:p>
          <a:p>
            <a:pPr indent="-320020" lvl="1" marL="630000" rtl="0" algn="l">
              <a:lnSpc>
                <a:spcPct val="100000"/>
              </a:lnSpc>
              <a:spcBef>
                <a:spcPts val="872"/>
              </a:spcBef>
              <a:spcAft>
                <a:spcPts val="0"/>
              </a:spcAft>
              <a:buSzPts val="1472"/>
              <a:buChar char="◼"/>
            </a:pPr>
            <a:r>
              <a:rPr lang="es-ES" sz="1800">
                <a:solidFill>
                  <a:schemeClr val="lt1"/>
                </a:solidFill>
              </a:rPr>
              <a:t>CREACIÓN DEL PROYECTO – CLIENTE MÓVIL</a:t>
            </a:r>
            <a:endParaRPr/>
          </a:p>
          <a:p>
            <a:pPr indent="-306000" lvl="0" marL="306000" marR="0" rtl="0" algn="l">
              <a:lnSpc>
                <a:spcPct val="100000"/>
              </a:lnSpc>
              <a:spcBef>
                <a:spcPts val="906"/>
              </a:spcBef>
              <a:spcAft>
                <a:spcPts val="0"/>
              </a:spcAft>
              <a:buSzPts val="1656"/>
              <a:buChar char="◼"/>
            </a:pPr>
            <a:r>
              <a:rPr lang="es-ES">
                <a:solidFill>
                  <a:schemeClr val="lt1"/>
                </a:solidFill>
              </a:rPr>
              <a:t>CONCLUSIONES</a:t>
            </a:r>
            <a:endParaRPr/>
          </a:p>
          <a:p>
            <a:pPr indent="-306000" lvl="0" marL="306000" marR="0" rtl="0" algn="l">
              <a:lnSpc>
                <a:spcPct val="100000"/>
              </a:lnSpc>
              <a:spcBef>
                <a:spcPts val="906"/>
              </a:spcBef>
              <a:spcAft>
                <a:spcPts val="0"/>
              </a:spcAft>
              <a:buSzPts val="1656"/>
              <a:buChar char="◼"/>
            </a:pPr>
            <a:r>
              <a:rPr lang="es-ES">
                <a:solidFill>
                  <a:schemeClr val="lt1"/>
                </a:solidFill>
              </a:rPr>
              <a:t>RECOMENDACIONES</a:t>
            </a:r>
            <a:endParaRPr/>
          </a:p>
        </p:txBody>
      </p:sp>
      <p:pic>
        <p:nvPicPr>
          <p:cNvPr descr="Resultado de imagen para AGENDA PNG" id="108" name="Google Shape;108;p14"/>
          <p:cNvPicPr preferRelativeResize="0"/>
          <p:nvPr/>
        </p:nvPicPr>
        <p:blipFill rotWithShape="1">
          <a:blip r:embed="rId3">
            <a:alphaModFix/>
          </a:blip>
          <a:srcRect b="0" l="0" r="0" t="0"/>
          <a:stretch/>
        </p:blipFill>
        <p:spPr>
          <a:xfrm>
            <a:off x="4791522" y="1935576"/>
            <a:ext cx="6489819" cy="3007477"/>
          </a:xfrm>
          <a:prstGeom prst="rect">
            <a:avLst/>
          </a:prstGeom>
          <a:noFill/>
          <a:ln>
            <a:noFill/>
          </a:ln>
        </p:spPr>
      </p:pic>
      <p:sp>
        <p:nvSpPr>
          <p:cNvPr id="109" name="Google Shape;109;p14"/>
          <p:cNvSpPr txBox="1"/>
          <p:nvPr/>
        </p:nvSpPr>
        <p:spPr>
          <a:xfrm>
            <a:off x="11817675" y="6474048"/>
            <a:ext cx="374325"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Gill Sans"/>
              <a:buNone/>
            </a:pPr>
            <a:r>
              <a:rPr b="0" i="0" lang="es-ES" sz="2000" u="none" cap="none" strike="noStrike">
                <a:solidFill>
                  <a:srgbClr val="000000"/>
                </a:solidFill>
                <a:latin typeface="Gill Sans"/>
                <a:ea typeface="Gill Sans"/>
                <a:cs typeface="Gill Sans"/>
                <a:sym typeface="Gill Sans"/>
              </a:rPr>
              <a:t>2</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15"/>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115" name="Google Shape;115;p15"/>
          <p:cNvSpPr txBox="1"/>
          <p:nvPr>
            <p:ph idx="1" type="body"/>
          </p:nvPr>
        </p:nvSpPr>
        <p:spPr>
          <a:xfrm>
            <a:off x="581192" y="2180496"/>
            <a:ext cx="8589300" cy="3678300"/>
          </a:xfrm>
          <a:prstGeom prst="rect">
            <a:avLst/>
          </a:prstGeom>
          <a:noFill/>
          <a:ln>
            <a:noFill/>
          </a:ln>
        </p:spPr>
        <p:txBody>
          <a:bodyPr anchorCtr="0" anchor="ctr" bIns="45700" lIns="91425" spcFirstLastPara="1" rIns="91425" wrap="square" tIns="45700">
            <a:normAutofit/>
          </a:bodyPr>
          <a:lstStyle/>
          <a:p>
            <a:pPr indent="-342900" lvl="0" marL="342900" marR="0" rtl="0" algn="just">
              <a:lnSpc>
                <a:spcPct val="107000"/>
              </a:lnSpc>
              <a:spcBef>
                <a:spcPts val="0"/>
              </a:spcBef>
              <a:spcAft>
                <a:spcPts val="0"/>
              </a:spcAft>
              <a:buSzPts val="1656"/>
              <a:buChar char="∙"/>
            </a:pPr>
            <a:r>
              <a:rPr b="1" lang="es-ES">
                <a:latin typeface="Cambria"/>
                <a:ea typeface="Cambria"/>
                <a:cs typeface="Cambria"/>
                <a:sym typeface="Cambria"/>
              </a:rPr>
              <a:t>1</a:t>
            </a:r>
            <a:r>
              <a:rPr b="1" lang="es-ES" sz="1800">
                <a:latin typeface="Cambria"/>
                <a:ea typeface="Cambria"/>
                <a:cs typeface="Cambria"/>
                <a:sym typeface="Cambria"/>
              </a:rPr>
              <a:t>.1	OBJETIVO</a:t>
            </a:r>
            <a:endParaRPr b="1"/>
          </a:p>
          <a:p>
            <a:pPr indent="-237744" lvl="0" marL="342900" marR="0" rtl="0" algn="just">
              <a:lnSpc>
                <a:spcPct val="107000"/>
              </a:lnSpc>
              <a:spcBef>
                <a:spcPts val="0"/>
              </a:spcBef>
              <a:spcAft>
                <a:spcPts val="0"/>
              </a:spcAft>
              <a:buSzPts val="1656"/>
              <a:buFont typeface="Noto Sans Symbols"/>
              <a:buNone/>
            </a:pPr>
            <a:r>
              <a:t/>
            </a:r>
            <a:endParaRPr sz="1800">
              <a:latin typeface="Cambria"/>
              <a:ea typeface="Cambria"/>
              <a:cs typeface="Cambria"/>
              <a:sym typeface="Cambria"/>
            </a:endParaRPr>
          </a:p>
          <a:p>
            <a:pPr indent="-333756" lvl="0" marL="457200" rtl="0" algn="just">
              <a:lnSpc>
                <a:spcPct val="107000"/>
              </a:lnSpc>
              <a:spcBef>
                <a:spcPts val="0"/>
              </a:spcBef>
              <a:spcAft>
                <a:spcPts val="0"/>
              </a:spcAft>
              <a:buSzPts val="1656"/>
              <a:buChar char="∙"/>
            </a:pPr>
            <a:r>
              <a:rPr lang="es-ES">
                <a:latin typeface="Cambria"/>
                <a:ea typeface="Cambria"/>
                <a:cs typeface="Cambria"/>
                <a:sym typeface="Cambria"/>
              </a:rPr>
              <a:t>Desarrollar e implementar un Web Service utilizando RESTful mediante .NET 8 para realizar conversiones de unidades.</a:t>
            </a:r>
            <a:endParaRPr>
              <a:latin typeface="Cambria"/>
              <a:ea typeface="Cambria"/>
              <a:cs typeface="Cambria"/>
              <a:sym typeface="Cambria"/>
            </a:endParaRPr>
          </a:p>
        </p:txBody>
      </p:sp>
      <p:sp>
        <p:nvSpPr>
          <p:cNvPr id="116" name="Google Shape;116;p15"/>
          <p:cNvSpPr/>
          <p:nvPr/>
        </p:nvSpPr>
        <p:spPr>
          <a:xfrm>
            <a:off x="9383697" y="0"/>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306000" lvl="0" marL="3060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rgbClr val="FFFF00"/>
                </a:solidFill>
                <a:latin typeface="Gill Sans"/>
                <a:ea typeface="Gill Sans"/>
                <a:cs typeface="Gill Sans"/>
                <a:sym typeface="Gill Sans"/>
              </a:rPr>
              <a:t>DESARROLLO</a:t>
            </a:r>
            <a:endParaRPr b="0" i="0" sz="1400" u="none" cap="none" strike="noStrike">
              <a:solidFill>
                <a:srgbClr val="000000"/>
              </a:solidFill>
              <a:latin typeface="Arial"/>
              <a:ea typeface="Arial"/>
              <a:cs typeface="Arial"/>
              <a:sym typeface="Arial"/>
            </a:endParaRPr>
          </a:p>
          <a:p>
            <a:pPr indent="-306000" lvl="1" marL="7632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rgbClr val="FFFF00"/>
                </a:solidFill>
                <a:latin typeface="Gill Sans"/>
                <a:ea typeface="Gill Sans"/>
                <a:cs typeface="Gill Sans"/>
                <a:sym typeface="Gill Sans"/>
              </a:rPr>
              <a:t>OBJETIVO</a:t>
            </a:r>
            <a:endParaRPr b="0" i="0" sz="1400" u="none" cap="none" strike="noStrike">
              <a:solidFill>
                <a:srgbClr val="000000"/>
              </a:solidFill>
              <a:latin typeface="Arial"/>
              <a:ea typeface="Arial"/>
              <a:cs typeface="Arial"/>
              <a:sym typeface="Arial"/>
            </a:endParaRPr>
          </a:p>
          <a:p>
            <a:pPr indent="-306000" lvl="1" marL="7632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CREACIÓN DEL SERVIDOR RESTful</a:t>
            </a:r>
            <a:endParaRPr b="0" i="0" sz="1400" u="none" cap="none" strike="noStrike">
              <a:solidFill>
                <a:srgbClr val="000000"/>
              </a:solidFill>
              <a:latin typeface="Arial"/>
              <a:ea typeface="Arial"/>
              <a:cs typeface="Arial"/>
              <a:sym typeface="Arial"/>
            </a:endParaRPr>
          </a:p>
          <a:p>
            <a:pPr indent="-306000" lvl="1" marL="7632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CREACIÓN DEL PROYECTO – CLIENTE CONSOLA</a:t>
            </a:r>
            <a:endParaRPr b="1" i="0" sz="1200" u="none" cap="none" strike="noStrike">
              <a:solidFill>
                <a:schemeClr val="lt1"/>
              </a:solidFill>
              <a:latin typeface="Gill Sans"/>
              <a:ea typeface="Gill Sans"/>
              <a:cs typeface="Gill Sans"/>
              <a:sym typeface="Gill Sans"/>
            </a:endParaRPr>
          </a:p>
          <a:p>
            <a:pPr indent="-306000" lvl="1" marL="763200" marR="0" rtl="0" algn="l">
              <a:lnSpc>
                <a:spcPct val="100000"/>
              </a:lnSpc>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MAUI</a:t>
            </a:r>
            <a:endParaRPr b="1" sz="1200">
              <a:solidFill>
                <a:schemeClr val="lt1"/>
              </a:solidFill>
              <a:latin typeface="Gill Sans"/>
              <a:ea typeface="Gill Sans"/>
              <a:cs typeface="Gill Sans"/>
              <a:sym typeface="Gill Sans"/>
            </a:endParaRPr>
          </a:p>
          <a:p>
            <a:pPr indent="-306000" lvl="1" marL="7632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CREACIÓN DEL PROYECTO – CLIENTE ESCRITORIO</a:t>
            </a:r>
            <a:endParaRPr b="0" i="0" sz="1400" u="none" cap="none" strike="noStrike">
              <a:solidFill>
                <a:srgbClr val="000000"/>
              </a:solidFill>
              <a:latin typeface="Arial"/>
              <a:ea typeface="Arial"/>
              <a:cs typeface="Arial"/>
              <a:sym typeface="Arial"/>
            </a:endParaRPr>
          </a:p>
          <a:p>
            <a:pPr indent="-306000" lvl="1" marL="7632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CREACIÓN DEL PROYECTO – CLIENTE WEB</a:t>
            </a:r>
            <a:endParaRPr b="0" i="0" sz="1400" u="none" cap="none" strike="noStrike">
              <a:solidFill>
                <a:srgbClr val="000000"/>
              </a:solidFill>
              <a:latin typeface="Arial"/>
              <a:ea typeface="Arial"/>
              <a:cs typeface="Arial"/>
              <a:sym typeface="Arial"/>
            </a:endParaRPr>
          </a:p>
          <a:p>
            <a:pPr indent="-306000" lvl="1" marL="7632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CREACIÓN DEL PROYECTO – CLIENTE MÓVIL</a:t>
            </a:r>
            <a:endParaRPr b="0" i="0" sz="1400" u="none" cap="none" strike="noStrike">
              <a:solidFill>
                <a:srgbClr val="000000"/>
              </a:solidFill>
              <a:latin typeface="Arial"/>
              <a:ea typeface="Arial"/>
              <a:cs typeface="Arial"/>
              <a:sym typeface="Arial"/>
            </a:endParaRPr>
          </a:p>
          <a:p>
            <a:pPr indent="-306000" lvl="0" marL="3060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CONCLUSIONES</a:t>
            </a:r>
            <a:endParaRPr b="0" i="0" sz="1400" u="none" cap="none" strike="noStrike">
              <a:solidFill>
                <a:srgbClr val="000000"/>
              </a:solidFill>
              <a:latin typeface="Arial"/>
              <a:ea typeface="Arial"/>
              <a:cs typeface="Arial"/>
              <a:sym typeface="Arial"/>
            </a:endParaRPr>
          </a:p>
          <a:p>
            <a:pPr indent="-306000" lvl="0" marL="3060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RECOMENDACIONES</a:t>
            </a:r>
            <a:endParaRPr b="0" i="0" sz="1400" u="none" cap="none" strike="noStrike">
              <a:solidFill>
                <a:srgbClr val="000000"/>
              </a:solidFill>
              <a:latin typeface="Arial"/>
              <a:ea typeface="Arial"/>
              <a:cs typeface="Arial"/>
              <a:sym typeface="Arial"/>
            </a:endParaRPr>
          </a:p>
          <a:p>
            <a:pPr indent="0" lvl="0" marL="457200" marR="0" rtl="0" algn="l">
              <a:lnSpc>
                <a:spcPct val="100000"/>
              </a:lnSpc>
              <a:spcBef>
                <a:spcPts val="84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16"/>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122" name="Google Shape;122;p16"/>
          <p:cNvSpPr txBox="1"/>
          <p:nvPr>
            <p:ph idx="1" type="body"/>
          </p:nvPr>
        </p:nvSpPr>
        <p:spPr>
          <a:xfrm>
            <a:off x="581200" y="2180500"/>
            <a:ext cx="8589300" cy="1633500"/>
          </a:xfrm>
          <a:prstGeom prst="rect">
            <a:avLst/>
          </a:prstGeom>
          <a:noFill/>
          <a:ln>
            <a:noFill/>
          </a:ln>
        </p:spPr>
        <p:txBody>
          <a:bodyPr anchorCtr="0" anchor="ctr" bIns="45700" lIns="91425" spcFirstLastPara="1" rIns="91425" wrap="square" tIns="45700">
            <a:normAutofit/>
          </a:bodyPr>
          <a:lstStyle/>
          <a:p>
            <a:pPr indent="-342900" lvl="0" marL="342900" marR="0" rtl="0" algn="just">
              <a:lnSpc>
                <a:spcPct val="107000"/>
              </a:lnSpc>
              <a:spcBef>
                <a:spcPts val="0"/>
              </a:spcBef>
              <a:spcAft>
                <a:spcPts val="0"/>
              </a:spcAft>
              <a:buSzPts val="1785"/>
              <a:buChar char="∙"/>
            </a:pPr>
            <a:r>
              <a:rPr b="1" lang="es-ES" sz="1929">
                <a:latin typeface="Cambria"/>
                <a:ea typeface="Cambria"/>
                <a:cs typeface="Cambria"/>
                <a:sym typeface="Cambria"/>
              </a:rPr>
              <a:t>1.2.1 	Servidor Kestrel</a:t>
            </a:r>
            <a:endParaRPr b="1" sz="1929">
              <a:latin typeface="Cambria"/>
              <a:ea typeface="Cambria"/>
              <a:cs typeface="Cambria"/>
              <a:sym typeface="Cambria"/>
            </a:endParaRPr>
          </a:p>
          <a:p>
            <a:pPr indent="0" lvl="0" marL="0" marR="0" rtl="0" algn="just">
              <a:lnSpc>
                <a:spcPct val="107000"/>
              </a:lnSpc>
              <a:spcBef>
                <a:spcPts val="0"/>
              </a:spcBef>
              <a:spcAft>
                <a:spcPts val="0"/>
              </a:spcAft>
              <a:buSzPts val="1948"/>
              <a:buNone/>
            </a:pPr>
            <a:r>
              <a:t/>
            </a:r>
            <a:endParaRPr>
              <a:latin typeface="Cambria"/>
              <a:ea typeface="Cambria"/>
              <a:cs typeface="Cambria"/>
              <a:sym typeface="Cambria"/>
            </a:endParaRPr>
          </a:p>
          <a:p>
            <a:pPr indent="-342900" lvl="0" marL="342900" marR="0" rtl="0" algn="just">
              <a:lnSpc>
                <a:spcPct val="107000"/>
              </a:lnSpc>
              <a:spcBef>
                <a:spcPts val="0"/>
              </a:spcBef>
              <a:spcAft>
                <a:spcPts val="0"/>
              </a:spcAft>
              <a:buSzPts val="1656"/>
              <a:buFont typeface="Noto Sans Symbols"/>
              <a:buChar char="∙"/>
            </a:pPr>
            <a:r>
              <a:rPr lang="es-ES">
                <a:latin typeface="Cambria"/>
                <a:ea typeface="Cambria"/>
                <a:cs typeface="Cambria"/>
                <a:sym typeface="Cambria"/>
              </a:rPr>
              <a:t>En primer lugar, en Visual Studio 2022, en la sección de Servicios se crea un servidor, específicamente Kestrel.</a:t>
            </a:r>
            <a:endParaRPr>
              <a:latin typeface="Cambria"/>
              <a:ea typeface="Cambria"/>
              <a:cs typeface="Cambria"/>
              <a:sym typeface="Cambria"/>
            </a:endParaRPr>
          </a:p>
          <a:p>
            <a:pPr indent="-245629" lvl="0" marL="342900" marR="0" rtl="0" algn="just">
              <a:lnSpc>
                <a:spcPct val="107000"/>
              </a:lnSpc>
              <a:spcBef>
                <a:spcPts val="0"/>
              </a:spcBef>
              <a:spcAft>
                <a:spcPts val="0"/>
              </a:spcAft>
              <a:buSzPts val="1656"/>
              <a:buFont typeface="Noto Sans Symbols"/>
              <a:buNone/>
            </a:pPr>
            <a:r>
              <a:t/>
            </a:r>
            <a:endParaRPr sz="1800">
              <a:latin typeface="Cambria"/>
              <a:ea typeface="Cambria"/>
              <a:cs typeface="Cambria"/>
              <a:sym typeface="Cambria"/>
            </a:endParaRPr>
          </a:p>
        </p:txBody>
      </p:sp>
      <p:sp>
        <p:nvSpPr>
          <p:cNvPr id="123" name="Google Shape;123;p16"/>
          <p:cNvSpPr/>
          <p:nvPr/>
        </p:nvSpPr>
        <p:spPr>
          <a:xfrm>
            <a:off x="9383697" y="0"/>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400"/>
              <a:buFont typeface="Arial"/>
              <a:buNone/>
            </a:pPr>
            <a:r>
              <a:t/>
            </a:r>
            <a:endParaRPr/>
          </a:p>
          <a:p>
            <a:pPr indent="-306000" lvl="0" marL="3060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DESARROLLO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rgbClr val="FFFF00"/>
              </a:buClr>
              <a:buSzPts val="1104"/>
              <a:buFont typeface="Noto Sans Symbols"/>
              <a:buChar char="◼"/>
            </a:pPr>
            <a:r>
              <a:rPr b="1" lang="es-ES" sz="1200">
                <a:solidFill>
                  <a:srgbClr val="FFFF00"/>
                </a:solidFill>
                <a:latin typeface="Gill Sans"/>
                <a:ea typeface="Gill Sans"/>
                <a:cs typeface="Gill Sans"/>
                <a:sym typeface="Gill Sans"/>
              </a:rPr>
              <a:t>CREACIÓN DEL SERVIDOR RESTful</a:t>
            </a:r>
            <a:endParaRPr>
              <a:solidFill>
                <a:srgbClr val="FFFF00"/>
              </a:solidFill>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12096" lvl="1" marL="763200" rtl="0" algn="l">
              <a:spcBef>
                <a:spcPts val="840"/>
              </a:spcBef>
              <a:spcAft>
                <a:spcPts val="0"/>
              </a:spcAft>
              <a:buClr>
                <a:schemeClr val="accent2"/>
              </a:buClr>
              <a:buSzPts val="1200"/>
              <a:buFont typeface="Gill Sans"/>
              <a:buChar char="◼"/>
            </a:pPr>
            <a:r>
              <a:rPr b="1" lang="es-ES" sz="1200">
                <a:solidFill>
                  <a:schemeClr val="lt1"/>
                </a:solidFill>
                <a:latin typeface="Gill Sans"/>
                <a:ea typeface="Gill Sans"/>
                <a:cs typeface="Gill Sans"/>
                <a:sym typeface="Gill Sans"/>
              </a:rPr>
              <a:t>CREACIÓN DEL PROYECTO MAUI</a:t>
            </a:r>
            <a:endParaRPr b="1" sz="1200">
              <a:solidFill>
                <a:schemeClr val="lt1"/>
              </a:solidFill>
              <a:latin typeface="Gill Sans"/>
              <a:ea typeface="Gill Sans"/>
              <a:cs typeface="Gill Sans"/>
              <a:sym typeface="Gill Sans"/>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MOVIL</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CONCLUSIONES</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RECOMENDACIONES</a:t>
            </a:r>
            <a:endParaRPr/>
          </a:p>
          <a:p>
            <a:pPr indent="0" lvl="0" marL="457200" rtl="0" algn="l">
              <a:spcBef>
                <a:spcPts val="840"/>
              </a:spcBef>
              <a:spcAft>
                <a:spcPts val="0"/>
              </a:spcAft>
              <a:buClr>
                <a:srgbClr val="000000"/>
              </a:buClr>
              <a:buSzPts val="1400"/>
              <a:buFont typeface="Arial"/>
              <a:buNone/>
            </a:pPr>
            <a:r>
              <a:t/>
            </a:r>
            <a:endParaRPr/>
          </a:p>
          <a:p>
            <a:pPr indent="0" lvl="0" marL="457200" marR="0" rtl="0" algn="l">
              <a:lnSpc>
                <a:spcPct val="100000"/>
              </a:lnSpc>
              <a:spcBef>
                <a:spcPts val="840"/>
              </a:spcBef>
              <a:spcAft>
                <a:spcPts val="0"/>
              </a:spcAft>
              <a:buClr>
                <a:srgbClr val="000000"/>
              </a:buClr>
              <a:buSzPts val="1400"/>
              <a:buFont typeface="Arial"/>
              <a:buNone/>
            </a:pPr>
            <a:r>
              <a:t/>
            </a:r>
            <a:endParaRPr/>
          </a:p>
        </p:txBody>
      </p:sp>
      <p:pic>
        <p:nvPicPr>
          <p:cNvPr id="124" name="Google Shape;124;p16"/>
          <p:cNvPicPr preferRelativeResize="0"/>
          <p:nvPr/>
        </p:nvPicPr>
        <p:blipFill>
          <a:blip r:embed="rId3">
            <a:alphaModFix/>
          </a:blip>
          <a:stretch>
            <a:fillRect/>
          </a:stretch>
        </p:blipFill>
        <p:spPr>
          <a:xfrm>
            <a:off x="2594613" y="3539075"/>
            <a:ext cx="4562475" cy="31432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17"/>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130" name="Google Shape;130;p17"/>
          <p:cNvSpPr txBox="1"/>
          <p:nvPr>
            <p:ph idx="1" type="body"/>
          </p:nvPr>
        </p:nvSpPr>
        <p:spPr>
          <a:xfrm>
            <a:off x="581200" y="1781575"/>
            <a:ext cx="8589300" cy="1633500"/>
          </a:xfrm>
          <a:prstGeom prst="rect">
            <a:avLst/>
          </a:prstGeom>
          <a:noFill/>
          <a:ln>
            <a:noFill/>
          </a:ln>
        </p:spPr>
        <p:txBody>
          <a:bodyPr anchorCtr="0" anchor="ctr" bIns="45700" lIns="91425" spcFirstLastPara="1" rIns="91425" wrap="square" tIns="45700">
            <a:normAutofit/>
          </a:bodyPr>
          <a:lstStyle/>
          <a:p>
            <a:pPr indent="-342900" lvl="0" marL="342900" marR="0" rtl="0" algn="just">
              <a:lnSpc>
                <a:spcPct val="107000"/>
              </a:lnSpc>
              <a:spcBef>
                <a:spcPts val="0"/>
              </a:spcBef>
              <a:spcAft>
                <a:spcPts val="0"/>
              </a:spcAft>
              <a:buSzPts val="1656"/>
              <a:buFont typeface="Noto Sans Symbols"/>
              <a:buChar char="∙"/>
            </a:pPr>
            <a:r>
              <a:rPr lang="es-ES">
                <a:latin typeface="Cambria"/>
                <a:ea typeface="Cambria"/>
                <a:cs typeface="Cambria"/>
                <a:sym typeface="Cambria"/>
              </a:rPr>
              <a:t>Se selecciona la versión 7.2026.4, se aceptan los términos de condiciones y se selecciona un directorio donde instalar el servidor.</a:t>
            </a:r>
            <a:endParaRPr>
              <a:latin typeface="Cambria"/>
              <a:ea typeface="Cambria"/>
              <a:cs typeface="Cambria"/>
              <a:sym typeface="Cambria"/>
            </a:endParaRPr>
          </a:p>
        </p:txBody>
      </p:sp>
      <p:sp>
        <p:nvSpPr>
          <p:cNvPr id="131" name="Google Shape;131;p17"/>
          <p:cNvSpPr/>
          <p:nvPr/>
        </p:nvSpPr>
        <p:spPr>
          <a:xfrm>
            <a:off x="9383697" y="0"/>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400"/>
              <a:buFont typeface="Arial"/>
              <a:buNone/>
            </a:pPr>
            <a:r>
              <a:t/>
            </a:r>
            <a:endParaRPr/>
          </a:p>
          <a:p>
            <a:pPr indent="-306000" lvl="0" marL="3060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DESARROLLO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rgbClr val="FFFF00"/>
              </a:buClr>
              <a:buSzPts val="1104"/>
              <a:buFont typeface="Noto Sans Symbols"/>
              <a:buChar char="◼"/>
            </a:pPr>
            <a:r>
              <a:rPr b="1" lang="es-ES" sz="1200">
                <a:solidFill>
                  <a:srgbClr val="FFFF00"/>
                </a:solidFill>
                <a:latin typeface="Gill Sans"/>
                <a:ea typeface="Gill Sans"/>
                <a:cs typeface="Gill Sans"/>
                <a:sym typeface="Gill Sans"/>
              </a:rPr>
              <a:t>CREACIÓN DEL SERVIDOR RESTful</a:t>
            </a:r>
            <a:endParaRPr>
              <a:solidFill>
                <a:srgbClr val="FFFF00"/>
              </a:solidFill>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12096" lvl="1" marL="763200" rtl="0" algn="l">
              <a:spcBef>
                <a:spcPts val="840"/>
              </a:spcBef>
              <a:spcAft>
                <a:spcPts val="0"/>
              </a:spcAft>
              <a:buClr>
                <a:schemeClr val="accent2"/>
              </a:buClr>
              <a:buSzPts val="1200"/>
              <a:buFont typeface="Gill Sans"/>
              <a:buChar char="◼"/>
            </a:pPr>
            <a:r>
              <a:rPr b="1" lang="es-ES" sz="1200">
                <a:solidFill>
                  <a:schemeClr val="lt1"/>
                </a:solidFill>
                <a:latin typeface="Gill Sans"/>
                <a:ea typeface="Gill Sans"/>
                <a:cs typeface="Gill Sans"/>
                <a:sym typeface="Gill Sans"/>
              </a:rPr>
              <a:t>CREACIÓN DEL PROYECTO MAUI</a:t>
            </a:r>
            <a:endParaRPr b="1" sz="1200">
              <a:solidFill>
                <a:schemeClr val="lt1"/>
              </a:solidFill>
              <a:latin typeface="Gill Sans"/>
              <a:ea typeface="Gill Sans"/>
              <a:cs typeface="Gill Sans"/>
              <a:sym typeface="Gill Sans"/>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MOVIL</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CONCLUSIONES</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RECOMENDACIONES</a:t>
            </a:r>
            <a:endParaRPr/>
          </a:p>
          <a:p>
            <a:pPr indent="0" lvl="0" marL="457200" rtl="0" algn="l">
              <a:spcBef>
                <a:spcPts val="840"/>
              </a:spcBef>
              <a:spcAft>
                <a:spcPts val="0"/>
              </a:spcAft>
              <a:buClr>
                <a:srgbClr val="000000"/>
              </a:buClr>
              <a:buSzPts val="1400"/>
              <a:buFont typeface="Arial"/>
              <a:buNone/>
            </a:pPr>
            <a:r>
              <a:t/>
            </a:r>
            <a:endParaRPr/>
          </a:p>
          <a:p>
            <a:pPr indent="0" lvl="0" marL="457200" rtl="0" algn="l">
              <a:spcBef>
                <a:spcPts val="840"/>
              </a:spcBef>
              <a:spcAft>
                <a:spcPts val="0"/>
              </a:spcAft>
              <a:buClr>
                <a:srgbClr val="000000"/>
              </a:buClr>
              <a:buSzPts val="1400"/>
              <a:buFont typeface="Arial"/>
              <a:buNone/>
            </a:pPr>
            <a:r>
              <a:t/>
            </a:r>
            <a:endParaRPr/>
          </a:p>
          <a:p>
            <a:pPr indent="0" lvl="0" marL="457200" marR="0" rtl="0" algn="l">
              <a:lnSpc>
                <a:spcPct val="100000"/>
              </a:lnSpc>
              <a:spcBef>
                <a:spcPts val="840"/>
              </a:spcBef>
              <a:spcAft>
                <a:spcPts val="0"/>
              </a:spcAft>
              <a:buClr>
                <a:srgbClr val="000000"/>
              </a:buClr>
              <a:buSzPts val="1400"/>
              <a:buFont typeface="Arial"/>
              <a:buNone/>
            </a:pPr>
            <a:r>
              <a:t/>
            </a:r>
            <a:endParaRPr/>
          </a:p>
        </p:txBody>
      </p:sp>
      <p:pic>
        <p:nvPicPr>
          <p:cNvPr id="132" name="Google Shape;132;p17"/>
          <p:cNvPicPr preferRelativeResize="0"/>
          <p:nvPr/>
        </p:nvPicPr>
        <p:blipFill>
          <a:blip r:embed="rId3">
            <a:alphaModFix/>
          </a:blip>
          <a:stretch>
            <a:fillRect/>
          </a:stretch>
        </p:blipFill>
        <p:spPr>
          <a:xfrm>
            <a:off x="2542225" y="3200392"/>
            <a:ext cx="4667250" cy="32575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18"/>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138" name="Google Shape;138;p18"/>
          <p:cNvSpPr txBox="1"/>
          <p:nvPr>
            <p:ph idx="1" type="body"/>
          </p:nvPr>
        </p:nvSpPr>
        <p:spPr>
          <a:xfrm>
            <a:off x="581192" y="2180497"/>
            <a:ext cx="8589300" cy="1248600"/>
          </a:xfrm>
          <a:prstGeom prst="rect">
            <a:avLst/>
          </a:prstGeom>
          <a:noFill/>
          <a:ln>
            <a:noFill/>
          </a:ln>
        </p:spPr>
        <p:txBody>
          <a:bodyPr anchorCtr="0" anchor="ctr" bIns="45700" lIns="91425" spcFirstLastPara="1" rIns="91425" wrap="square" tIns="45700">
            <a:normAutofit/>
          </a:bodyPr>
          <a:lstStyle/>
          <a:p>
            <a:pPr indent="-333756" lvl="0" marL="457200" rtl="0" algn="just">
              <a:lnSpc>
                <a:spcPct val="107000"/>
              </a:lnSpc>
              <a:spcBef>
                <a:spcPts val="0"/>
              </a:spcBef>
              <a:spcAft>
                <a:spcPts val="0"/>
              </a:spcAft>
              <a:buSzPts val="1656"/>
              <a:buChar char="∙"/>
            </a:pPr>
            <a:r>
              <a:rPr lang="es-ES" sz="1300">
                <a:latin typeface="Cambria"/>
                <a:ea typeface="Cambria"/>
                <a:cs typeface="Cambria"/>
                <a:sym typeface="Cambria"/>
              </a:rPr>
              <a:t>Para terminar la configuración del servidor de payara se configura un nombre de dominio, un host (en nuestro caso, loopback) y se cambian los puertos si se desea.</a:t>
            </a:r>
            <a:endParaRPr sz="1300">
              <a:latin typeface="Cambria"/>
              <a:ea typeface="Cambria"/>
              <a:cs typeface="Cambria"/>
              <a:sym typeface="Cambria"/>
            </a:endParaRPr>
          </a:p>
        </p:txBody>
      </p:sp>
      <p:sp>
        <p:nvSpPr>
          <p:cNvPr id="139" name="Google Shape;139;p18"/>
          <p:cNvSpPr/>
          <p:nvPr/>
        </p:nvSpPr>
        <p:spPr>
          <a:xfrm>
            <a:off x="9383697" y="0"/>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400"/>
              <a:buFont typeface="Arial"/>
              <a:buNone/>
            </a:pPr>
            <a:r>
              <a:t/>
            </a:r>
            <a:endParaRPr/>
          </a:p>
          <a:p>
            <a:pPr indent="-306000" lvl="0" marL="3060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DESARROLLO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rgbClr val="FFFF00"/>
              </a:buClr>
              <a:buSzPts val="1104"/>
              <a:buFont typeface="Noto Sans Symbols"/>
              <a:buChar char="◼"/>
            </a:pPr>
            <a:r>
              <a:rPr b="1" lang="es-ES" sz="1200">
                <a:solidFill>
                  <a:srgbClr val="FFFF00"/>
                </a:solidFill>
                <a:latin typeface="Gill Sans"/>
                <a:ea typeface="Gill Sans"/>
                <a:cs typeface="Gill Sans"/>
                <a:sym typeface="Gill Sans"/>
              </a:rPr>
              <a:t>CREACIÓN DEL SERVIDOR RESTful</a:t>
            </a:r>
            <a:endParaRPr>
              <a:solidFill>
                <a:srgbClr val="FFFF00"/>
              </a:solidFill>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12096" lvl="1" marL="763200" rtl="0" algn="l">
              <a:spcBef>
                <a:spcPts val="840"/>
              </a:spcBef>
              <a:spcAft>
                <a:spcPts val="0"/>
              </a:spcAft>
              <a:buClr>
                <a:schemeClr val="accent2"/>
              </a:buClr>
              <a:buSzPts val="1200"/>
              <a:buFont typeface="Gill Sans"/>
              <a:buChar char="◼"/>
            </a:pPr>
            <a:r>
              <a:rPr b="1" lang="es-ES" sz="1200">
                <a:solidFill>
                  <a:schemeClr val="lt1"/>
                </a:solidFill>
                <a:latin typeface="Gill Sans"/>
                <a:ea typeface="Gill Sans"/>
                <a:cs typeface="Gill Sans"/>
                <a:sym typeface="Gill Sans"/>
              </a:rPr>
              <a:t>CREACIÓN DEL PROYECTO MAUI</a:t>
            </a:r>
            <a:endParaRPr b="1" sz="1200">
              <a:solidFill>
                <a:schemeClr val="lt1"/>
              </a:solidFill>
              <a:latin typeface="Gill Sans"/>
              <a:ea typeface="Gill Sans"/>
              <a:cs typeface="Gill Sans"/>
              <a:sym typeface="Gill Sans"/>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MOVIL</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CONCLUSIONES</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RECOMENDACIONES</a:t>
            </a:r>
            <a:endParaRPr/>
          </a:p>
          <a:p>
            <a:pPr indent="0" lvl="0" marL="457200" rtl="0" algn="l">
              <a:spcBef>
                <a:spcPts val="840"/>
              </a:spcBef>
              <a:spcAft>
                <a:spcPts val="0"/>
              </a:spcAft>
              <a:buClr>
                <a:srgbClr val="000000"/>
              </a:buClr>
              <a:buSzPts val="1400"/>
              <a:buFont typeface="Arial"/>
              <a:buNone/>
            </a:pPr>
            <a:r>
              <a:t/>
            </a:r>
            <a:endParaRPr/>
          </a:p>
          <a:p>
            <a:pPr indent="0" lvl="0" marL="457200" rtl="0" algn="l">
              <a:spcBef>
                <a:spcPts val="840"/>
              </a:spcBef>
              <a:spcAft>
                <a:spcPts val="0"/>
              </a:spcAft>
              <a:buClr>
                <a:srgbClr val="000000"/>
              </a:buClr>
              <a:buSzPts val="1400"/>
              <a:buFont typeface="Arial"/>
              <a:buNone/>
            </a:pPr>
            <a:r>
              <a:t/>
            </a:r>
            <a:endParaRPr/>
          </a:p>
          <a:p>
            <a:pPr indent="0" lvl="0" marL="457200" marR="0" rtl="0" algn="l">
              <a:lnSpc>
                <a:spcPct val="100000"/>
              </a:lnSpc>
              <a:spcBef>
                <a:spcPts val="840"/>
              </a:spcBef>
              <a:spcAft>
                <a:spcPts val="0"/>
              </a:spcAft>
              <a:buClr>
                <a:srgbClr val="000000"/>
              </a:buClr>
              <a:buSzPts val="1400"/>
              <a:buFont typeface="Arial"/>
              <a:buNone/>
            </a:pPr>
            <a:r>
              <a:t/>
            </a:r>
            <a:endParaRPr/>
          </a:p>
        </p:txBody>
      </p:sp>
      <p:pic>
        <p:nvPicPr>
          <p:cNvPr id="140" name="Google Shape;140;p18"/>
          <p:cNvPicPr preferRelativeResize="0"/>
          <p:nvPr/>
        </p:nvPicPr>
        <p:blipFill>
          <a:blip r:embed="rId3">
            <a:alphaModFix/>
          </a:blip>
          <a:stretch>
            <a:fillRect/>
          </a:stretch>
        </p:blipFill>
        <p:spPr>
          <a:xfrm>
            <a:off x="2623250" y="3171650"/>
            <a:ext cx="4505325" cy="34956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19"/>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146" name="Google Shape;146;p19"/>
          <p:cNvSpPr txBox="1"/>
          <p:nvPr>
            <p:ph idx="1" type="body"/>
          </p:nvPr>
        </p:nvSpPr>
        <p:spPr>
          <a:xfrm>
            <a:off x="581200" y="2180500"/>
            <a:ext cx="8589300" cy="1633500"/>
          </a:xfrm>
          <a:prstGeom prst="rect">
            <a:avLst/>
          </a:prstGeom>
          <a:noFill/>
          <a:ln>
            <a:noFill/>
          </a:ln>
        </p:spPr>
        <p:txBody>
          <a:bodyPr anchorCtr="0" anchor="ctr" bIns="45700" lIns="91425" spcFirstLastPara="1" rIns="91425" wrap="square" tIns="45700">
            <a:normAutofit/>
          </a:bodyPr>
          <a:lstStyle/>
          <a:p>
            <a:pPr indent="-342900" lvl="0" marL="342900" marR="0" rtl="0" algn="just">
              <a:lnSpc>
                <a:spcPct val="107000"/>
              </a:lnSpc>
              <a:spcBef>
                <a:spcPts val="0"/>
              </a:spcBef>
              <a:spcAft>
                <a:spcPts val="0"/>
              </a:spcAft>
              <a:buSzPts val="1785"/>
              <a:buChar char="∙"/>
            </a:pPr>
            <a:r>
              <a:rPr b="1" lang="es-ES" sz="1929">
                <a:latin typeface="Cambria"/>
                <a:ea typeface="Cambria"/>
                <a:cs typeface="Cambria"/>
                <a:sym typeface="Cambria"/>
              </a:rPr>
              <a:t>1.2.2 	Creación del Proyecto</a:t>
            </a:r>
            <a:endParaRPr b="1" sz="1929">
              <a:latin typeface="Cambria"/>
              <a:ea typeface="Cambria"/>
              <a:cs typeface="Cambria"/>
              <a:sym typeface="Cambria"/>
            </a:endParaRPr>
          </a:p>
          <a:p>
            <a:pPr indent="0" lvl="0" marL="0" marR="0" rtl="0" algn="just">
              <a:lnSpc>
                <a:spcPct val="107000"/>
              </a:lnSpc>
              <a:spcBef>
                <a:spcPts val="0"/>
              </a:spcBef>
              <a:spcAft>
                <a:spcPts val="0"/>
              </a:spcAft>
              <a:buSzPts val="1948"/>
              <a:buNone/>
            </a:pPr>
            <a:r>
              <a:t/>
            </a:r>
            <a:endParaRPr>
              <a:latin typeface="Cambria"/>
              <a:ea typeface="Cambria"/>
              <a:cs typeface="Cambria"/>
              <a:sym typeface="Cambria"/>
            </a:endParaRPr>
          </a:p>
          <a:p>
            <a:pPr indent="-342900" lvl="0" marL="342900" marR="0" rtl="0" algn="just">
              <a:lnSpc>
                <a:spcPct val="107000"/>
              </a:lnSpc>
              <a:spcBef>
                <a:spcPts val="0"/>
              </a:spcBef>
              <a:spcAft>
                <a:spcPts val="0"/>
              </a:spcAft>
              <a:buSzPts val="1656"/>
              <a:buFont typeface="Noto Sans Symbols"/>
              <a:buChar char="∙"/>
            </a:pPr>
            <a:r>
              <a:rPr lang="es-ES">
                <a:latin typeface="Cambria"/>
                <a:ea typeface="Cambria"/>
                <a:cs typeface="Cambria"/>
                <a:sym typeface="Cambria"/>
              </a:rPr>
              <a:t>Una vez creado el servidor, se crea un proyecto C# .NET 8, Web Application </a:t>
            </a:r>
            <a:endParaRPr>
              <a:latin typeface="Cambria"/>
              <a:ea typeface="Cambria"/>
              <a:cs typeface="Cambria"/>
              <a:sym typeface="Cambria"/>
            </a:endParaRPr>
          </a:p>
          <a:p>
            <a:pPr indent="-245629" lvl="0" marL="342900" marR="0" rtl="0" algn="just">
              <a:lnSpc>
                <a:spcPct val="107000"/>
              </a:lnSpc>
              <a:spcBef>
                <a:spcPts val="0"/>
              </a:spcBef>
              <a:spcAft>
                <a:spcPts val="0"/>
              </a:spcAft>
              <a:buSzPts val="1656"/>
              <a:buFont typeface="Noto Sans Symbols"/>
              <a:buNone/>
            </a:pPr>
            <a:r>
              <a:t/>
            </a:r>
            <a:endParaRPr sz="1800">
              <a:latin typeface="Cambria"/>
              <a:ea typeface="Cambria"/>
              <a:cs typeface="Cambria"/>
              <a:sym typeface="Cambria"/>
            </a:endParaRPr>
          </a:p>
        </p:txBody>
      </p:sp>
      <p:sp>
        <p:nvSpPr>
          <p:cNvPr id="147" name="Google Shape;147;p19"/>
          <p:cNvSpPr/>
          <p:nvPr/>
        </p:nvSpPr>
        <p:spPr>
          <a:xfrm>
            <a:off x="9383697" y="0"/>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400"/>
              <a:buFont typeface="Arial"/>
              <a:buNone/>
            </a:pPr>
            <a:r>
              <a:t/>
            </a:r>
            <a:endParaRPr/>
          </a:p>
          <a:p>
            <a:pPr indent="-306000" lvl="0" marL="3060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DESARROLLO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rgbClr val="FFFF00"/>
              </a:buClr>
              <a:buSzPts val="1104"/>
              <a:buFont typeface="Noto Sans Symbols"/>
              <a:buChar char="◼"/>
            </a:pPr>
            <a:r>
              <a:rPr b="1" lang="es-ES" sz="1200">
                <a:solidFill>
                  <a:srgbClr val="FFFF00"/>
                </a:solidFill>
                <a:latin typeface="Gill Sans"/>
                <a:ea typeface="Gill Sans"/>
                <a:cs typeface="Gill Sans"/>
                <a:sym typeface="Gill Sans"/>
              </a:rPr>
              <a:t>CREACIÓN DEL SERVIDOR RESTful</a:t>
            </a:r>
            <a:endParaRPr>
              <a:solidFill>
                <a:srgbClr val="FFFF00"/>
              </a:solidFill>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12096" lvl="1" marL="763200" rtl="0" algn="l">
              <a:spcBef>
                <a:spcPts val="840"/>
              </a:spcBef>
              <a:spcAft>
                <a:spcPts val="0"/>
              </a:spcAft>
              <a:buClr>
                <a:schemeClr val="accent2"/>
              </a:buClr>
              <a:buSzPts val="1200"/>
              <a:buFont typeface="Gill Sans"/>
              <a:buChar char="◼"/>
            </a:pPr>
            <a:r>
              <a:rPr b="1" lang="es-ES" sz="1200">
                <a:solidFill>
                  <a:schemeClr val="lt1"/>
                </a:solidFill>
                <a:latin typeface="Gill Sans"/>
                <a:ea typeface="Gill Sans"/>
                <a:cs typeface="Gill Sans"/>
                <a:sym typeface="Gill Sans"/>
              </a:rPr>
              <a:t>CREACIÓN DEL PROYECTO MAUI</a:t>
            </a:r>
            <a:endParaRPr b="1" sz="1200">
              <a:solidFill>
                <a:schemeClr val="lt1"/>
              </a:solidFill>
              <a:latin typeface="Gill Sans"/>
              <a:ea typeface="Gill Sans"/>
              <a:cs typeface="Gill Sans"/>
              <a:sym typeface="Gill Sans"/>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MOVIL</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CONCLUSIONES</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RECOMENDACIONES</a:t>
            </a:r>
            <a:endParaRPr/>
          </a:p>
          <a:p>
            <a:pPr indent="0" lvl="0" marL="457200" rtl="0" algn="l">
              <a:spcBef>
                <a:spcPts val="840"/>
              </a:spcBef>
              <a:spcAft>
                <a:spcPts val="0"/>
              </a:spcAft>
              <a:buClr>
                <a:srgbClr val="000000"/>
              </a:buClr>
              <a:buSzPts val="1400"/>
              <a:buFont typeface="Arial"/>
              <a:buNone/>
            </a:pPr>
            <a:r>
              <a:t/>
            </a:r>
            <a:endParaRPr/>
          </a:p>
          <a:p>
            <a:pPr indent="0" lvl="0" marL="457200" rtl="0" algn="l">
              <a:spcBef>
                <a:spcPts val="840"/>
              </a:spcBef>
              <a:spcAft>
                <a:spcPts val="0"/>
              </a:spcAft>
              <a:buClr>
                <a:srgbClr val="000000"/>
              </a:buClr>
              <a:buSzPts val="1400"/>
              <a:buFont typeface="Arial"/>
              <a:buNone/>
            </a:pPr>
            <a:r>
              <a:t/>
            </a:r>
            <a:endParaRPr/>
          </a:p>
          <a:p>
            <a:pPr indent="0" lvl="0" marL="457200" marR="0" rtl="0" algn="l">
              <a:lnSpc>
                <a:spcPct val="100000"/>
              </a:lnSpc>
              <a:spcBef>
                <a:spcPts val="840"/>
              </a:spcBef>
              <a:spcAft>
                <a:spcPts val="0"/>
              </a:spcAft>
              <a:buClr>
                <a:srgbClr val="000000"/>
              </a:buClr>
              <a:buSzPts val="1400"/>
              <a:buFont typeface="Arial"/>
              <a:buNone/>
            </a:pPr>
            <a:r>
              <a:t/>
            </a:r>
            <a:endParaRPr/>
          </a:p>
        </p:txBody>
      </p:sp>
      <p:pic>
        <p:nvPicPr>
          <p:cNvPr id="148" name="Picture 147" descr="04_Paso4_Creacion_Proyecto_WebAPI.png"/>
          <p:cNvPicPr>
            <a:picLocks noChangeAspect="1"/>
          </p:cNvPicPr>
          <p:nvPr/>
        </p:nvPicPr>
        <p:blipFill>
          <a:blip r:embed="rId4"/>
          <a:stretch>
            <a:fillRect/>
          </a:stretch>
        </p:blipFill>
        <p:spPr>
          <a:xfrm>
            <a:off x="2537463" y="3549050"/>
            <a:ext cx="4676775" cy="32004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20"/>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154" name="Google Shape;154;p20"/>
          <p:cNvSpPr txBox="1"/>
          <p:nvPr>
            <p:ph idx="1" type="body"/>
          </p:nvPr>
        </p:nvSpPr>
        <p:spPr>
          <a:xfrm>
            <a:off x="581192" y="1948172"/>
            <a:ext cx="8589300" cy="1248600"/>
          </a:xfrm>
          <a:prstGeom prst="rect">
            <a:avLst/>
          </a:prstGeom>
          <a:noFill/>
          <a:ln>
            <a:noFill/>
          </a:ln>
        </p:spPr>
        <p:txBody>
          <a:bodyPr anchorCtr="0" anchor="ctr" bIns="45700" lIns="91425" spcFirstLastPara="1" rIns="91425" wrap="square" tIns="45700">
            <a:normAutofit/>
          </a:bodyPr>
          <a:lstStyle/>
          <a:p>
            <a:pPr indent="-333756" lvl="0" marL="457200" rtl="0" algn="just">
              <a:lnSpc>
                <a:spcPct val="107000"/>
              </a:lnSpc>
              <a:spcBef>
                <a:spcPts val="0"/>
              </a:spcBef>
              <a:spcAft>
                <a:spcPts val="0"/>
              </a:spcAft>
              <a:buSzPts val="1656"/>
              <a:buChar char="∙"/>
            </a:pPr>
            <a:r>
              <a:rPr lang="es-ES" sz="1300">
                <a:latin typeface="Cambria"/>
                <a:ea typeface="Cambria"/>
                <a:cs typeface="Cambria"/>
                <a:sym typeface="Cambria"/>
              </a:rPr>
              <a:t>Se aplica el nombre del proyecto como ‘WS_CON_UNI_.NET 8_RESTful’, y se configura el grupo como ‘</a:t>
            </a:r>
            <a:r>
              <a:rPr lang="es-ES" sz="1300" u="sng">
                <a:solidFill>
                  <a:schemeClr val="hlink"/>
                </a:solidFill>
                <a:latin typeface="Cambria"/>
                <a:ea typeface="Cambria"/>
                <a:cs typeface="Cambria"/>
                <a:sym typeface="Cambria"/>
                <a:hlinkClick r:id="rId3"/>
              </a:rPr>
              <a:t>ec.edu</a:t>
            </a:r>
            <a:r>
              <a:rPr lang="es-ES" sz="1300">
                <a:latin typeface="Cambria"/>
                <a:ea typeface="Cambria"/>
                <a:cs typeface="Cambria"/>
                <a:sym typeface="Cambria"/>
              </a:rPr>
              <a:t>.monster’</a:t>
            </a:r>
            <a:endParaRPr sz="1300">
              <a:latin typeface="Cambria"/>
              <a:ea typeface="Cambria"/>
              <a:cs typeface="Cambria"/>
              <a:sym typeface="Cambria"/>
            </a:endParaRPr>
          </a:p>
          <a:p>
            <a:pPr indent="-311150" lvl="0" marL="457200" rtl="0" algn="just">
              <a:lnSpc>
                <a:spcPct val="107000"/>
              </a:lnSpc>
              <a:spcBef>
                <a:spcPts val="0"/>
              </a:spcBef>
              <a:spcAft>
                <a:spcPts val="0"/>
              </a:spcAft>
              <a:buSzPts val="1300"/>
              <a:buFont typeface="Cambria"/>
              <a:buChar char="∙"/>
            </a:pPr>
            <a:r>
              <a:rPr lang="es-ES" sz="1300">
                <a:latin typeface="Cambria"/>
                <a:ea typeface="Cambria"/>
                <a:cs typeface="Cambria"/>
                <a:sym typeface="Cambria"/>
              </a:rPr>
              <a:t>Se selecciona nuestro Servidor Kestrel creado y .NET 8.0 LTS como conjunto de desarrollo de aplicaciones C# .NET 8.</a:t>
            </a:r>
            <a:endParaRPr sz="1300">
              <a:latin typeface="Cambria"/>
              <a:ea typeface="Cambria"/>
              <a:cs typeface="Cambria"/>
              <a:sym typeface="Cambria"/>
            </a:endParaRPr>
          </a:p>
        </p:txBody>
      </p:sp>
      <p:sp>
        <p:nvSpPr>
          <p:cNvPr id="155" name="Google Shape;155;p20"/>
          <p:cNvSpPr/>
          <p:nvPr/>
        </p:nvSpPr>
        <p:spPr>
          <a:xfrm>
            <a:off x="9383697" y="0"/>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400"/>
              <a:buFont typeface="Arial"/>
              <a:buNone/>
            </a:pPr>
            <a:r>
              <a:t/>
            </a:r>
            <a:endParaRPr/>
          </a:p>
          <a:p>
            <a:pPr indent="-306000" lvl="0" marL="3060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DESARROLLO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rgbClr val="FFFF00"/>
              </a:buClr>
              <a:buSzPts val="1104"/>
              <a:buFont typeface="Noto Sans Symbols"/>
              <a:buChar char="◼"/>
            </a:pPr>
            <a:r>
              <a:rPr b="1" lang="es-ES" sz="1200">
                <a:solidFill>
                  <a:srgbClr val="FFFF00"/>
                </a:solidFill>
                <a:latin typeface="Gill Sans"/>
                <a:ea typeface="Gill Sans"/>
                <a:cs typeface="Gill Sans"/>
                <a:sym typeface="Gill Sans"/>
              </a:rPr>
              <a:t>CREACIÓN DEL SERVIDOR RESTful</a:t>
            </a:r>
            <a:endParaRPr>
              <a:solidFill>
                <a:srgbClr val="FFFF00"/>
              </a:solidFill>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12096" lvl="1" marL="763200" rtl="0" algn="l">
              <a:spcBef>
                <a:spcPts val="840"/>
              </a:spcBef>
              <a:spcAft>
                <a:spcPts val="0"/>
              </a:spcAft>
              <a:buClr>
                <a:schemeClr val="accent2"/>
              </a:buClr>
              <a:buSzPts val="1200"/>
              <a:buFont typeface="Gill Sans"/>
              <a:buChar char="◼"/>
            </a:pPr>
            <a:r>
              <a:rPr b="1" lang="es-ES" sz="1200">
                <a:solidFill>
                  <a:schemeClr val="lt1"/>
                </a:solidFill>
                <a:latin typeface="Gill Sans"/>
                <a:ea typeface="Gill Sans"/>
                <a:cs typeface="Gill Sans"/>
                <a:sym typeface="Gill Sans"/>
              </a:rPr>
              <a:t>CREACIÓN DEL PROYECTO MAUI</a:t>
            </a:r>
            <a:endParaRPr b="1" sz="1200">
              <a:solidFill>
                <a:schemeClr val="lt1"/>
              </a:solidFill>
              <a:latin typeface="Gill Sans"/>
              <a:ea typeface="Gill Sans"/>
              <a:cs typeface="Gill Sans"/>
              <a:sym typeface="Gill Sans"/>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MOVIL</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CONCLUSIONES</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RECOMENDACIONES</a:t>
            </a:r>
            <a:endParaRPr/>
          </a:p>
          <a:p>
            <a:pPr indent="0" lvl="0" marL="457200" rtl="0" algn="l">
              <a:spcBef>
                <a:spcPts val="840"/>
              </a:spcBef>
              <a:spcAft>
                <a:spcPts val="0"/>
              </a:spcAft>
              <a:buClr>
                <a:srgbClr val="000000"/>
              </a:buClr>
              <a:buSzPts val="1400"/>
              <a:buFont typeface="Arial"/>
              <a:buNone/>
            </a:pPr>
            <a:r>
              <a:t/>
            </a:r>
            <a:endParaRPr/>
          </a:p>
          <a:p>
            <a:pPr indent="0" lvl="0" marL="457200" rtl="0" algn="l">
              <a:spcBef>
                <a:spcPts val="840"/>
              </a:spcBef>
              <a:spcAft>
                <a:spcPts val="0"/>
              </a:spcAft>
              <a:buClr>
                <a:srgbClr val="000000"/>
              </a:buClr>
              <a:buSzPts val="1400"/>
              <a:buFont typeface="Arial"/>
              <a:buNone/>
            </a:pPr>
            <a:r>
              <a:t/>
            </a:r>
            <a:endParaRPr/>
          </a:p>
          <a:p>
            <a:pPr indent="0" lvl="0" marL="457200" marR="0" rtl="0" algn="l">
              <a:lnSpc>
                <a:spcPct val="100000"/>
              </a:lnSpc>
              <a:spcBef>
                <a:spcPts val="840"/>
              </a:spcBef>
              <a:spcAft>
                <a:spcPts val="0"/>
              </a:spcAft>
              <a:buClr>
                <a:srgbClr val="000000"/>
              </a:buClr>
              <a:buSzPts val="1400"/>
              <a:buFont typeface="Arial"/>
              <a:buNone/>
            </a:pPr>
            <a:r>
              <a:t/>
            </a:r>
            <a:endParaRPr/>
          </a:p>
        </p:txBody>
      </p:sp>
      <p:pic>
        <p:nvPicPr>
          <p:cNvPr id="158" name="Picture 157" descr="05_Paso5_Nombre_Proyecto_Servidor.png"/>
          <p:cNvPicPr>
            <a:picLocks noChangeAspect="1"/>
          </p:cNvPicPr>
          <p:nvPr/>
        </p:nvPicPr>
        <p:blipFill>
          <a:blip r:embed="rId6"/>
          <a:stretch>
            <a:fillRect/>
          </a:stretch>
        </p:blipFill>
        <p:spPr>
          <a:xfrm>
            <a:off x="581200" y="3429100"/>
            <a:ext cx="4105699" cy="2807825"/>
          </a:xfrm>
          <a:prstGeom prst="rect">
            <a:avLst/>
          </a:prstGeom>
        </p:spPr>
      </p:pic>
      <p:pic>
        <p:nvPicPr>
          <p:cNvPr id="159" name="Picture 158" descr="06_Paso6_Seleccion_Framework_Net8.png"/>
          <p:cNvPicPr>
            <a:picLocks noChangeAspect="1"/>
          </p:cNvPicPr>
          <p:nvPr/>
        </p:nvPicPr>
        <p:blipFill>
          <a:blip r:embed="rId7"/>
          <a:stretch>
            <a:fillRect/>
          </a:stretch>
        </p:blipFill>
        <p:spPr>
          <a:xfrm>
            <a:off x="4686900" y="3251850"/>
            <a:ext cx="4600575" cy="31623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21"/>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163" name="Google Shape;163;p21"/>
          <p:cNvSpPr txBox="1"/>
          <p:nvPr>
            <p:ph idx="1" type="body"/>
          </p:nvPr>
        </p:nvSpPr>
        <p:spPr>
          <a:xfrm>
            <a:off x="581200" y="2180500"/>
            <a:ext cx="4557900" cy="3870000"/>
          </a:xfrm>
          <a:prstGeom prst="rect">
            <a:avLst/>
          </a:prstGeom>
          <a:noFill/>
          <a:ln>
            <a:noFill/>
          </a:ln>
        </p:spPr>
        <p:txBody>
          <a:bodyPr anchorCtr="0" anchor="ctr" bIns="45700" lIns="91425" spcFirstLastPara="1" rIns="91425" wrap="square" tIns="45700">
            <a:normAutofit/>
          </a:bodyPr>
          <a:lstStyle/>
          <a:p>
            <a:pPr indent="-342900" lvl="0" marL="342900" marR="0" rtl="0" algn="just">
              <a:lnSpc>
                <a:spcPct val="107000"/>
              </a:lnSpc>
              <a:spcBef>
                <a:spcPts val="0"/>
              </a:spcBef>
              <a:spcAft>
                <a:spcPts val="0"/>
              </a:spcAft>
              <a:buSzPts val="1677"/>
              <a:buChar char="∙"/>
            </a:pPr>
            <a:r>
              <a:rPr b="1" lang="es-ES" sz="1677">
                <a:latin typeface="Cambria"/>
                <a:ea typeface="Cambria"/>
                <a:cs typeface="Cambria"/>
                <a:sym typeface="Cambria"/>
              </a:rPr>
              <a:t>ESTRUCTURA MVC</a:t>
            </a:r>
            <a:endParaRPr b="1" sz="1677">
              <a:latin typeface="Cambria"/>
              <a:ea typeface="Cambria"/>
              <a:cs typeface="Cambria"/>
              <a:sym typeface="Cambria"/>
            </a:endParaRPr>
          </a:p>
          <a:p>
            <a:pPr indent="0" lvl="0" marL="457200" marR="0" rtl="0" algn="just">
              <a:lnSpc>
                <a:spcPct val="107000"/>
              </a:lnSpc>
              <a:spcBef>
                <a:spcPts val="0"/>
              </a:spcBef>
              <a:spcAft>
                <a:spcPts val="0"/>
              </a:spcAft>
              <a:buSzPts val="1790"/>
              <a:buNone/>
            </a:pPr>
            <a:r>
              <a:t/>
            </a:r>
            <a:endParaRPr b="1" sz="1677">
              <a:latin typeface="Cambria"/>
              <a:ea typeface="Cambria"/>
              <a:cs typeface="Cambria"/>
              <a:sym typeface="Cambria"/>
            </a:endParaRPr>
          </a:p>
          <a:p>
            <a:pPr indent="-335090" lvl="0" marL="457200" rtl="0" algn="just">
              <a:lnSpc>
                <a:spcPct val="107000"/>
              </a:lnSpc>
              <a:spcBef>
                <a:spcPts val="0"/>
              </a:spcBef>
              <a:spcAft>
                <a:spcPts val="0"/>
              </a:spcAft>
              <a:buSzPts val="1677"/>
              <a:buFont typeface="Cambria"/>
              <a:buChar char="∙"/>
            </a:pPr>
            <a:r>
              <a:rPr lang="es-ES" sz="1677">
                <a:latin typeface="Cambria"/>
                <a:ea typeface="Cambria"/>
                <a:cs typeface="Cambria"/>
                <a:sym typeface="Cambria"/>
              </a:rPr>
              <a:t>Aplicando un patrón arquitectónico MVC junto a otras capas se configuran los paquetes principales.</a:t>
            </a:r>
            <a:endParaRPr b="1" sz="1677">
              <a:latin typeface="Cambria"/>
              <a:ea typeface="Cambria"/>
              <a:cs typeface="Cambria"/>
              <a:sym typeface="Cambria"/>
            </a:endParaRPr>
          </a:p>
          <a:p>
            <a:pPr indent="0" lvl="0" marL="0" rtl="0" algn="just">
              <a:lnSpc>
                <a:spcPct val="107000"/>
              </a:lnSpc>
              <a:spcBef>
                <a:spcPts val="0"/>
              </a:spcBef>
              <a:spcAft>
                <a:spcPts val="0"/>
              </a:spcAft>
              <a:buSzPts val="1656"/>
              <a:buNone/>
            </a:pPr>
            <a:r>
              <a:t/>
            </a:r>
            <a:endParaRPr b="1" sz="1677">
              <a:latin typeface="Cambria"/>
              <a:ea typeface="Cambria"/>
              <a:cs typeface="Cambria"/>
              <a:sym typeface="Cambria"/>
            </a:endParaRPr>
          </a:p>
          <a:p>
            <a:pPr indent="0" lvl="0" marL="457200" marR="0" rtl="0" algn="just">
              <a:lnSpc>
                <a:spcPct val="107000"/>
              </a:lnSpc>
              <a:spcBef>
                <a:spcPts val="0"/>
              </a:spcBef>
              <a:spcAft>
                <a:spcPts val="0"/>
              </a:spcAft>
              <a:buSzPts val="1790"/>
              <a:buNone/>
            </a:pPr>
            <a:r>
              <a:t/>
            </a:r>
            <a:endParaRPr sz="1591">
              <a:latin typeface="Cambria"/>
              <a:ea typeface="Cambria"/>
              <a:cs typeface="Cambria"/>
              <a:sym typeface="Cambria"/>
            </a:endParaRPr>
          </a:p>
          <a:p>
            <a:pPr indent="-245629" lvl="0" marL="342900" marR="0" rtl="0" algn="just">
              <a:lnSpc>
                <a:spcPct val="107000"/>
              </a:lnSpc>
              <a:spcBef>
                <a:spcPts val="0"/>
              </a:spcBef>
              <a:spcAft>
                <a:spcPts val="0"/>
              </a:spcAft>
              <a:buSzPts val="1656"/>
              <a:buFont typeface="Noto Sans Symbols"/>
              <a:buNone/>
            </a:pPr>
            <a:r>
              <a:t/>
            </a:r>
            <a:endParaRPr sz="1800">
              <a:latin typeface="Cambria"/>
              <a:ea typeface="Cambria"/>
              <a:cs typeface="Cambria"/>
              <a:sym typeface="Cambria"/>
            </a:endParaRPr>
          </a:p>
        </p:txBody>
      </p:sp>
      <p:sp>
        <p:nvSpPr>
          <p:cNvPr id="164" name="Google Shape;164;p21"/>
          <p:cNvSpPr/>
          <p:nvPr/>
        </p:nvSpPr>
        <p:spPr>
          <a:xfrm>
            <a:off x="9383697" y="0"/>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400"/>
              <a:buFont typeface="Arial"/>
              <a:buNone/>
            </a:pPr>
            <a:r>
              <a:t/>
            </a:r>
            <a:endParaRPr/>
          </a:p>
          <a:p>
            <a:pPr indent="-306000" lvl="0" marL="3060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DESARROLLO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rgbClr val="FFFF00"/>
              </a:buClr>
              <a:buSzPts val="1104"/>
              <a:buFont typeface="Noto Sans Symbols"/>
              <a:buChar char="◼"/>
            </a:pPr>
            <a:r>
              <a:rPr b="1" lang="es-ES" sz="1200">
                <a:solidFill>
                  <a:srgbClr val="FFFF00"/>
                </a:solidFill>
                <a:latin typeface="Gill Sans"/>
                <a:ea typeface="Gill Sans"/>
                <a:cs typeface="Gill Sans"/>
                <a:sym typeface="Gill Sans"/>
              </a:rPr>
              <a:t>CREACIÓN DEL SERVIDOR RESTful</a:t>
            </a:r>
            <a:endParaRPr>
              <a:solidFill>
                <a:srgbClr val="FFFF00"/>
              </a:solidFill>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12096" lvl="1" marL="763200" rtl="0" algn="l">
              <a:spcBef>
                <a:spcPts val="840"/>
              </a:spcBef>
              <a:spcAft>
                <a:spcPts val="0"/>
              </a:spcAft>
              <a:buClr>
                <a:schemeClr val="accent2"/>
              </a:buClr>
              <a:buSzPts val="1200"/>
              <a:buFont typeface="Gill Sans"/>
              <a:buChar char="◼"/>
            </a:pPr>
            <a:r>
              <a:rPr b="1" lang="es-ES" sz="1200">
                <a:solidFill>
                  <a:schemeClr val="lt1"/>
                </a:solidFill>
                <a:latin typeface="Gill Sans"/>
                <a:ea typeface="Gill Sans"/>
                <a:cs typeface="Gill Sans"/>
                <a:sym typeface="Gill Sans"/>
              </a:rPr>
              <a:t>CREACIÓN DEL PROYECTO MAUI</a:t>
            </a:r>
            <a:endParaRPr b="1" sz="1200">
              <a:solidFill>
                <a:schemeClr val="lt1"/>
              </a:solidFill>
              <a:latin typeface="Gill Sans"/>
              <a:ea typeface="Gill Sans"/>
              <a:cs typeface="Gill Sans"/>
              <a:sym typeface="Gill Sans"/>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MOVIL</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CONCLUSIONES</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RECOMENDACIONES</a:t>
            </a:r>
            <a:endParaRPr/>
          </a:p>
          <a:p>
            <a:pPr indent="0" lvl="0" marL="457200" rtl="0" algn="l">
              <a:spcBef>
                <a:spcPts val="840"/>
              </a:spcBef>
              <a:spcAft>
                <a:spcPts val="0"/>
              </a:spcAft>
              <a:buClr>
                <a:srgbClr val="000000"/>
              </a:buClr>
              <a:buSzPts val="1400"/>
              <a:buFont typeface="Arial"/>
              <a:buNone/>
            </a:pPr>
            <a:r>
              <a:t/>
            </a:r>
            <a:endParaRPr/>
          </a:p>
          <a:p>
            <a:pPr indent="0" lvl="0" marL="457200" rtl="0" algn="l">
              <a:spcBef>
                <a:spcPts val="840"/>
              </a:spcBef>
              <a:spcAft>
                <a:spcPts val="0"/>
              </a:spcAft>
              <a:buClr>
                <a:srgbClr val="000000"/>
              </a:buClr>
              <a:buSzPts val="1400"/>
              <a:buFont typeface="Arial"/>
              <a:buNone/>
            </a:pPr>
            <a:r>
              <a:t/>
            </a:r>
            <a:endParaRPr/>
          </a:p>
          <a:p>
            <a:pPr indent="0" lvl="0" marL="457200" marR="0" rtl="0" algn="l">
              <a:lnSpc>
                <a:spcPct val="100000"/>
              </a:lnSpc>
              <a:spcBef>
                <a:spcPts val="840"/>
              </a:spcBef>
              <a:spcAft>
                <a:spcPts val="0"/>
              </a:spcAft>
              <a:buClr>
                <a:srgbClr val="000000"/>
              </a:buClr>
              <a:buSzPts val="1400"/>
              <a:buFont typeface="Arial"/>
              <a:buNone/>
            </a:pPr>
            <a:r>
              <a:t/>
            </a:r>
            <a:endParaRPr/>
          </a:p>
        </p:txBody>
      </p:sp>
      <p:pic>
        <p:nvPicPr>
          <p:cNvPr id="165" name="Google Shape;165;p21"/>
          <p:cNvPicPr preferRelativeResize="0"/>
          <p:nvPr/>
        </p:nvPicPr>
        <p:blipFill>
          <a:blip r:embed="rId3">
            <a:alphaModFix/>
          </a:blip>
          <a:stretch>
            <a:fillRect/>
          </a:stretch>
        </p:blipFill>
        <p:spPr>
          <a:xfrm>
            <a:off x="5651675" y="2696275"/>
            <a:ext cx="3219450" cy="28384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22"/>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171" name="Google Shape;171;p22"/>
          <p:cNvSpPr txBox="1"/>
          <p:nvPr>
            <p:ph idx="1" type="body"/>
          </p:nvPr>
        </p:nvSpPr>
        <p:spPr>
          <a:xfrm>
            <a:off x="581200" y="2180500"/>
            <a:ext cx="8589300" cy="1633500"/>
          </a:xfrm>
          <a:prstGeom prst="rect">
            <a:avLst/>
          </a:prstGeom>
          <a:noFill/>
          <a:ln>
            <a:noFill/>
          </a:ln>
        </p:spPr>
        <p:txBody>
          <a:bodyPr anchorCtr="0" anchor="ctr" bIns="45700" lIns="91425" spcFirstLastPara="1" rIns="91425" wrap="square" tIns="45700">
            <a:normAutofit/>
          </a:bodyPr>
          <a:lstStyle/>
          <a:p>
            <a:r>
              <a:t>1.2.3 	Creación del Controlador de API (RESTful)</a:t>
            </a:r>
          </a:p>
          <a:p>
            <a:r>
              <a:t>Dentro de la carpeta Controllers se crea un controlador de API en blanco.</a:t>
            </a:r>
          </a:p>
          <a:p>
            <a:r>
              <a:t>Se configura el controlador con su nombre ConversionController.cs.</a:t>
            </a:r>
          </a:p>
        </p:txBody>
      </p:sp>
      <p:sp>
        <p:nvSpPr>
          <p:cNvPr id="172" name="Google Shape;172;p22"/>
          <p:cNvSpPr/>
          <p:nvPr/>
        </p:nvSpPr>
        <p:spPr>
          <a:xfrm>
            <a:off x="9383697" y="0"/>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400"/>
              <a:buFont typeface="Arial"/>
              <a:buNone/>
            </a:pPr>
            <a:r>
              <a:t/>
            </a:r>
            <a:endParaRPr/>
          </a:p>
          <a:p>
            <a:pPr indent="-306000" lvl="0" marL="3060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DESARROLLO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rgbClr val="FFFF00"/>
              </a:buClr>
              <a:buSzPts val="1104"/>
              <a:buFont typeface="Noto Sans Symbols"/>
              <a:buChar char="◼"/>
            </a:pPr>
            <a:r>
              <a:rPr b="1" lang="es-ES" sz="1200">
                <a:solidFill>
                  <a:srgbClr val="FFFF00"/>
                </a:solidFill>
                <a:latin typeface="Gill Sans"/>
                <a:ea typeface="Gill Sans"/>
                <a:cs typeface="Gill Sans"/>
                <a:sym typeface="Gill Sans"/>
              </a:rPr>
              <a:t>CREACIÓN DEL SERVIDOR RESTful</a:t>
            </a:r>
            <a:endParaRPr>
              <a:solidFill>
                <a:srgbClr val="FFFF00"/>
              </a:solidFill>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12096" lvl="1" marL="763200" rtl="0" algn="l">
              <a:spcBef>
                <a:spcPts val="840"/>
              </a:spcBef>
              <a:spcAft>
                <a:spcPts val="0"/>
              </a:spcAft>
              <a:buClr>
                <a:schemeClr val="accent2"/>
              </a:buClr>
              <a:buSzPts val="1200"/>
              <a:buFont typeface="Gill Sans"/>
              <a:buChar char="◼"/>
            </a:pPr>
            <a:r>
              <a:rPr b="1" lang="es-ES" sz="1200">
                <a:solidFill>
                  <a:schemeClr val="lt1"/>
                </a:solidFill>
                <a:latin typeface="Gill Sans"/>
                <a:ea typeface="Gill Sans"/>
                <a:cs typeface="Gill Sans"/>
                <a:sym typeface="Gill Sans"/>
              </a:rPr>
              <a:t>CREACIÓN DEL PROYECTO MAUI</a:t>
            </a:r>
            <a:endParaRPr b="1" sz="1200">
              <a:solidFill>
                <a:schemeClr val="lt1"/>
              </a:solidFill>
              <a:latin typeface="Gill Sans"/>
              <a:ea typeface="Gill Sans"/>
              <a:cs typeface="Gill Sans"/>
              <a:sym typeface="Gill Sans"/>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MOVIL</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CONCLUSIONES</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RECOMENDACIONES</a:t>
            </a:r>
            <a:endParaRPr/>
          </a:p>
          <a:p>
            <a:pPr indent="0" lvl="0" marL="457200" rtl="0" algn="l">
              <a:spcBef>
                <a:spcPts val="840"/>
              </a:spcBef>
              <a:spcAft>
                <a:spcPts val="0"/>
              </a:spcAft>
              <a:buClr>
                <a:srgbClr val="000000"/>
              </a:buClr>
              <a:buSzPts val="1400"/>
              <a:buFont typeface="Arial"/>
              <a:buNone/>
            </a:pPr>
            <a:r>
              <a:t/>
            </a:r>
            <a:endParaRPr/>
          </a:p>
          <a:p>
            <a:pPr indent="0" lvl="0" marL="457200" rtl="0" algn="l">
              <a:spcBef>
                <a:spcPts val="840"/>
              </a:spcBef>
              <a:spcAft>
                <a:spcPts val="0"/>
              </a:spcAft>
              <a:buClr>
                <a:srgbClr val="000000"/>
              </a:buClr>
              <a:buSzPts val="1400"/>
              <a:buFont typeface="Arial"/>
              <a:buNone/>
            </a:pPr>
            <a:r>
              <a:t/>
            </a:r>
            <a:endParaRPr/>
          </a:p>
          <a:p>
            <a:pPr indent="0" lvl="0" marL="457200" marR="0" rtl="0" algn="l">
              <a:lnSpc>
                <a:spcPct val="100000"/>
              </a:lnSpc>
              <a:spcBef>
                <a:spcPts val="840"/>
              </a:spcBef>
              <a:spcAft>
                <a:spcPts val="0"/>
              </a:spcAft>
              <a:buClr>
                <a:srgbClr val="000000"/>
              </a:buClr>
              <a:buSzPts val="1400"/>
              <a:buFont typeface="Arial"/>
              <a:buNone/>
            </a:pPr>
            <a:r>
              <a:t/>
            </a:r>
            <a:endParaRPr/>
          </a:p>
        </p:txBody>
      </p:sp>
      <p:pic>
        <p:nvPicPr>
          <p:cNvPr id="175" name="Picture 174" descr="08_Paso8_Creacion_Controlador_API.png"/>
          <p:cNvPicPr>
            <a:picLocks noChangeAspect="1"/>
          </p:cNvPicPr>
          <p:nvPr/>
        </p:nvPicPr>
        <p:blipFill>
          <a:blip r:embed="rId5"/>
          <a:stretch>
            <a:fillRect/>
          </a:stretch>
        </p:blipFill>
        <p:spPr>
          <a:xfrm>
            <a:off x="958600" y="3499338"/>
            <a:ext cx="3280200" cy="3261975"/>
          </a:xfrm>
          <a:prstGeom prst="rect">
            <a:avLst/>
          </a:prstGeom>
        </p:spPr>
      </p:pic>
      <p:pic>
        <p:nvPicPr>
          <p:cNvPr id="176" name="Picture 175" descr="09_Paso9_Configuracion_Controlador_WebService.png"/>
          <p:cNvPicPr>
            <a:picLocks noChangeAspect="1"/>
          </p:cNvPicPr>
          <p:nvPr/>
        </p:nvPicPr>
        <p:blipFill>
          <a:blip r:embed="rId6"/>
          <a:stretch>
            <a:fillRect/>
          </a:stretch>
        </p:blipFill>
        <p:spPr>
          <a:xfrm>
            <a:off x="5103225" y="3844438"/>
            <a:ext cx="3810000" cy="257175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23"/>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180" name="Google Shape;180;p23"/>
          <p:cNvSpPr txBox="1"/>
          <p:nvPr>
            <p:ph idx="1" type="body"/>
          </p:nvPr>
        </p:nvSpPr>
        <p:spPr>
          <a:xfrm>
            <a:off x="581200" y="2180500"/>
            <a:ext cx="2402100" cy="3965700"/>
          </a:xfrm>
          <a:prstGeom prst="rect">
            <a:avLst/>
          </a:prstGeom>
          <a:noFill/>
          <a:ln>
            <a:noFill/>
          </a:ln>
        </p:spPr>
        <p:txBody>
          <a:bodyPr anchorCtr="0" anchor="ctr" bIns="45700" lIns="91425" spcFirstLastPara="1" rIns="91425" wrap="square" tIns="45700">
            <a:normAutofit lnSpcReduction="20000"/>
          </a:bodyPr>
          <a:lstStyle/>
          <a:p>
            <a:pPr indent="-335090" lvl="0" marL="457200" rtl="0" algn="just">
              <a:lnSpc>
                <a:spcPct val="107000"/>
              </a:lnSpc>
              <a:spcBef>
                <a:spcPts val="0"/>
              </a:spcBef>
              <a:spcAft>
                <a:spcPts val="0"/>
              </a:spcAft>
              <a:buSzPts val="1677"/>
              <a:buFont typeface="Cambria"/>
              <a:buChar char="∙"/>
            </a:pPr>
            <a:r>
              <a:rPr b="1" lang="es-ES" sz="1677">
                <a:latin typeface="Cambria"/>
                <a:ea typeface="Cambria"/>
                <a:cs typeface="Cambria"/>
                <a:sym typeface="Cambria"/>
              </a:rPr>
              <a:t>Se codifica el webservice bajo los siguientes lineamientos</a:t>
            </a:r>
            <a:endParaRPr b="1" sz="1677">
              <a:latin typeface="Cambria"/>
              <a:ea typeface="Cambria"/>
              <a:cs typeface="Cambria"/>
              <a:sym typeface="Cambria"/>
            </a:endParaRPr>
          </a:p>
          <a:p>
            <a:pPr indent="0" lvl="0" marL="457200" rtl="0" algn="just">
              <a:lnSpc>
                <a:spcPct val="107000"/>
              </a:lnSpc>
              <a:spcBef>
                <a:spcPts val="0"/>
              </a:spcBef>
              <a:spcAft>
                <a:spcPts val="0"/>
              </a:spcAft>
              <a:buNone/>
            </a:pPr>
            <a:r>
              <a:t/>
            </a:r>
            <a:endParaRPr b="1" sz="1677">
              <a:latin typeface="Cambria"/>
              <a:ea typeface="Cambria"/>
              <a:cs typeface="Cambria"/>
              <a:sym typeface="Cambria"/>
            </a:endParaRPr>
          </a:p>
          <a:p>
            <a:pPr indent="-335090" lvl="0" marL="457200" rtl="0" algn="just">
              <a:lnSpc>
                <a:spcPct val="107000"/>
              </a:lnSpc>
              <a:spcBef>
                <a:spcPts val="0"/>
              </a:spcBef>
              <a:spcAft>
                <a:spcPts val="0"/>
              </a:spcAft>
              <a:buSzPts val="1677"/>
              <a:buFont typeface="Cambria"/>
              <a:buChar char="∙"/>
            </a:pPr>
            <a:r>
              <a:rPr lang="es-ES" sz="1677">
                <a:latin typeface="Cambria"/>
                <a:ea typeface="Cambria"/>
                <a:cs typeface="Cambria"/>
                <a:sym typeface="Cambria"/>
              </a:rPr>
              <a:t>1. Se dejan preparadas las siguientes importaciones que se encargarán de gestionar toda la lógica.</a:t>
            </a:r>
            <a:br>
              <a:rPr b="1" lang="es-ES" sz="1677">
                <a:latin typeface="Cambria"/>
                <a:ea typeface="Cambria"/>
                <a:cs typeface="Cambria"/>
                <a:sym typeface="Cambria"/>
              </a:rPr>
            </a:br>
            <a:endParaRPr b="1" sz="1677">
              <a:latin typeface="Cambria"/>
              <a:ea typeface="Cambria"/>
              <a:cs typeface="Cambria"/>
              <a:sym typeface="Cambria"/>
            </a:endParaRPr>
          </a:p>
          <a:p>
            <a:pPr indent="0" lvl="0" marL="0" rtl="0" algn="just">
              <a:lnSpc>
                <a:spcPct val="107000"/>
              </a:lnSpc>
              <a:spcBef>
                <a:spcPts val="0"/>
              </a:spcBef>
              <a:spcAft>
                <a:spcPts val="0"/>
              </a:spcAft>
              <a:buSzPts val="1656"/>
              <a:buNone/>
            </a:pPr>
            <a:r>
              <a:t/>
            </a:r>
            <a:endParaRPr b="1" sz="1677">
              <a:latin typeface="Cambria"/>
              <a:ea typeface="Cambria"/>
              <a:cs typeface="Cambria"/>
              <a:sym typeface="Cambria"/>
            </a:endParaRPr>
          </a:p>
          <a:p>
            <a:pPr indent="0" lvl="0" marL="457200" marR="0" rtl="0" algn="just">
              <a:lnSpc>
                <a:spcPct val="107000"/>
              </a:lnSpc>
              <a:spcBef>
                <a:spcPts val="0"/>
              </a:spcBef>
              <a:spcAft>
                <a:spcPts val="0"/>
              </a:spcAft>
              <a:buSzPts val="1790"/>
              <a:buNone/>
            </a:pPr>
            <a:r>
              <a:t/>
            </a:r>
            <a:endParaRPr sz="1591">
              <a:latin typeface="Cambria"/>
              <a:ea typeface="Cambria"/>
              <a:cs typeface="Cambria"/>
              <a:sym typeface="Cambria"/>
            </a:endParaRPr>
          </a:p>
          <a:p>
            <a:pPr indent="-245629" lvl="0" marL="342900" marR="0" rtl="0" algn="just">
              <a:lnSpc>
                <a:spcPct val="107000"/>
              </a:lnSpc>
              <a:spcBef>
                <a:spcPts val="0"/>
              </a:spcBef>
              <a:spcAft>
                <a:spcPts val="0"/>
              </a:spcAft>
              <a:buSzPts val="1656"/>
              <a:buFont typeface="Noto Sans Symbols"/>
              <a:buNone/>
            </a:pPr>
            <a:r>
              <a:t/>
            </a:r>
            <a:endParaRPr sz="1800">
              <a:latin typeface="Cambria"/>
              <a:ea typeface="Cambria"/>
              <a:cs typeface="Cambria"/>
              <a:sym typeface="Cambria"/>
            </a:endParaRPr>
          </a:p>
        </p:txBody>
      </p:sp>
      <p:sp>
        <p:nvSpPr>
          <p:cNvPr id="181" name="Google Shape;181;p23"/>
          <p:cNvSpPr/>
          <p:nvPr/>
        </p:nvSpPr>
        <p:spPr>
          <a:xfrm>
            <a:off x="9383697" y="0"/>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400"/>
              <a:buFont typeface="Arial"/>
              <a:buNone/>
            </a:pPr>
            <a:r>
              <a:t/>
            </a:r>
            <a:endParaRPr/>
          </a:p>
          <a:p>
            <a:pPr indent="-306000" lvl="0" marL="3060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DESARROLLO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rgbClr val="FFFF00"/>
              </a:buClr>
              <a:buSzPts val="1104"/>
              <a:buFont typeface="Noto Sans Symbols"/>
              <a:buChar char="◼"/>
            </a:pPr>
            <a:r>
              <a:rPr b="1" lang="es-ES" sz="1200">
                <a:solidFill>
                  <a:srgbClr val="FFFF00"/>
                </a:solidFill>
                <a:latin typeface="Gill Sans"/>
                <a:ea typeface="Gill Sans"/>
                <a:cs typeface="Gill Sans"/>
                <a:sym typeface="Gill Sans"/>
              </a:rPr>
              <a:t>CREACIÓN DEL SERVIDOR RESTful</a:t>
            </a:r>
            <a:endParaRPr>
              <a:solidFill>
                <a:srgbClr val="FFFF00"/>
              </a:solidFill>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12096" lvl="1" marL="763200" rtl="0" algn="l">
              <a:spcBef>
                <a:spcPts val="840"/>
              </a:spcBef>
              <a:spcAft>
                <a:spcPts val="0"/>
              </a:spcAft>
              <a:buClr>
                <a:schemeClr val="accent2"/>
              </a:buClr>
              <a:buSzPts val="1200"/>
              <a:buFont typeface="Gill Sans"/>
              <a:buChar char="◼"/>
            </a:pPr>
            <a:r>
              <a:rPr b="1" lang="es-ES" sz="1200">
                <a:solidFill>
                  <a:schemeClr val="lt1"/>
                </a:solidFill>
                <a:latin typeface="Gill Sans"/>
                <a:ea typeface="Gill Sans"/>
                <a:cs typeface="Gill Sans"/>
                <a:sym typeface="Gill Sans"/>
              </a:rPr>
              <a:t>CREACIÓN DEL PROYECTO MAUI</a:t>
            </a:r>
            <a:endParaRPr b="1" sz="1200">
              <a:solidFill>
                <a:schemeClr val="lt1"/>
              </a:solidFill>
              <a:latin typeface="Gill Sans"/>
              <a:ea typeface="Gill Sans"/>
              <a:cs typeface="Gill Sans"/>
              <a:sym typeface="Gill Sans"/>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MOVIL</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CONCLUSIONES</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RECOMENDACIONES</a:t>
            </a:r>
            <a:endParaRPr/>
          </a:p>
          <a:p>
            <a:pPr indent="0" lvl="0" marL="457200" rtl="0" algn="l">
              <a:spcBef>
                <a:spcPts val="840"/>
              </a:spcBef>
              <a:spcAft>
                <a:spcPts val="0"/>
              </a:spcAft>
              <a:buClr>
                <a:srgbClr val="000000"/>
              </a:buClr>
              <a:buSzPts val="1400"/>
              <a:buFont typeface="Arial"/>
              <a:buNone/>
            </a:pPr>
            <a:r>
              <a:t/>
            </a:r>
            <a:endParaRPr/>
          </a:p>
          <a:p>
            <a:pPr indent="0" lvl="0" marL="457200" rtl="0" algn="l">
              <a:spcBef>
                <a:spcPts val="840"/>
              </a:spcBef>
              <a:spcAft>
                <a:spcPts val="0"/>
              </a:spcAft>
              <a:buClr>
                <a:srgbClr val="000000"/>
              </a:buClr>
              <a:buSzPts val="1400"/>
              <a:buFont typeface="Arial"/>
              <a:buNone/>
            </a:pPr>
            <a:r>
              <a:t/>
            </a:r>
            <a:endParaRPr/>
          </a:p>
          <a:p>
            <a:pPr indent="0" lvl="0" marL="457200" marR="0" rtl="0" algn="l">
              <a:lnSpc>
                <a:spcPct val="100000"/>
              </a:lnSpc>
              <a:spcBef>
                <a:spcPts val="840"/>
              </a:spcBef>
              <a:spcAft>
                <a:spcPts val="0"/>
              </a:spcAft>
              <a:buClr>
                <a:srgbClr val="000000"/>
              </a:buClr>
              <a:buSzPts val="1400"/>
              <a:buFont typeface="Arial"/>
              <a:buNone/>
            </a:pPr>
            <a:r>
              <a:t/>
            </a:r>
            <a:endParaRPr/>
          </a:p>
        </p:txBody>
      </p:sp>
      <p:graphicFrame>
        <p:nvGraphicFramePr>
          <p:cNvPr id="182" name="Google Shape;182;p23"/>
          <p:cNvGraphicFramePr/>
          <p:nvPr/>
        </p:nvGraphicFramePr>
        <p:xfrm>
          <a:off x="3395925" y="2866125"/>
          <a:ext cx="3000000" cy="3000000"/>
        </p:xfrm>
        <a:graphic>
          <a:graphicData uri="http://schemas.openxmlformats.org/drawingml/2006/table">
            <a:tbl>
              <a:tblPr>
                <a:noFill/>
                <a:tableStyleId>{BF136021-7255-42B7-A7E7-87A8D8FFE9CA}</a:tableStyleId>
              </a:tblPr>
              <a:tblGrid>
                <a:gridCol w="5400050"/>
              </a:tblGrid>
              <a:tr h="12700">
                <a:tc>
                  <a:txBody>
                    <a:bodyPr/>
                    <a:lstStyle/>
                    <a:p>
                      <a:pPr indent="0" lvl="0" marL="0" rtl="0" algn="l">
                        <a:spcBef>
                          <a:spcPts val="0"/>
                        </a:spcBef>
                        <a:spcAft>
                          <a:spcPts val="0"/>
                        </a:spcAft>
                        <a:buNone/>
                      </a:pPr>
                      <a:r>
                        <a:rPr lang="es-ES" sz="1100">
                          <a:solidFill>
                            <a:srgbClr val="4F81BD"/>
                          </a:solidFill>
                          <a:latin typeface="Calibri"/>
                          <a:ea typeface="Calibri"/>
                          <a:cs typeface="Calibri"/>
                          <a:sym typeface="Calibri"/>
                        </a:rPr>
                        <a:t>package ec.edu.monster.controladores.ws;</a:t>
                      </a:r>
                      <a:endParaRPr sz="1100">
                        <a:solidFill>
                          <a:srgbClr val="4F81BD"/>
                        </a:solidFill>
                        <a:latin typeface="Calibri"/>
                        <a:ea typeface="Calibri"/>
                        <a:cs typeface="Calibri"/>
                        <a:sym typeface="Calibri"/>
                      </a:endParaRPr>
                    </a:p>
                    <a:p>
                      <a:pPr indent="0" lvl="0" marL="0" rtl="0" algn="l">
                        <a:spcBef>
                          <a:spcPts val="0"/>
                        </a:spcBef>
                        <a:spcAft>
                          <a:spcPts val="0"/>
                        </a:spcAft>
                        <a:buNone/>
                      </a:pPr>
                      <a:r>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import ec.edu.monster.modelos.utilidades.enums.UnidadTemperatura;</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import ec.edu.monster.modelos.utilidades.enums.UnidadMasa;</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import ec.edu.monster.modelos.utilidades.enums.UnidadLongitud;</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import ec.edu.monster.modelos.utilidades.ConversorTemperatura;</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import ec.edu.monster.modelos.utilidades.ConversorMasa;</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import ec.edu.monster.modelos.utilidades.ConversorLongitud;</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import ec.edu.monster.servicios.ServicioConversor;</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import ec.edu.monster.modelos.utilidades.mapeadores.UnidadMapper;</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import ec.edu.monster.seguridad.AdministradorCredenciales;</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import ec.edu.monster.seguridad.AdministradorTokens;</a:t>
                      </a:r>
                      <a:endParaRPr sz="1100">
                        <a:solidFill>
                          <a:srgbClr val="4F81BD"/>
                        </a:solidFill>
                        <a:latin typeface="Calibri"/>
                        <a:ea typeface="Calibri"/>
                        <a:cs typeface="Calibri"/>
                        <a:sym typeface="Calibri"/>
                      </a:endParaRPr>
                    </a:p>
                    <a:p>
                      <a:pPr indent="0" lvl="0" marL="0" rtl="0" algn="l">
                        <a:spcBef>
                          <a:spcPts val="0"/>
                        </a:spcBef>
                        <a:spcAft>
                          <a:spcPts val="0"/>
                        </a:spcAft>
                        <a:buNone/>
                      </a:pPr>
                      <a:r>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import jakarta.jws.WebService;</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import jakarta.jws.WebMethod;</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import jakarta.jws.WebParam;</a:t>
                      </a:r>
                      <a:endParaRPr sz="1100">
                        <a:solidFill>
                          <a:srgbClr val="4F81BD"/>
                        </a:solidFill>
                        <a:latin typeface="Calibri"/>
                        <a:ea typeface="Calibri"/>
                        <a:cs typeface="Calibri"/>
                        <a:sym typeface="Calibri"/>
                      </a:endParaRPr>
                    </a:p>
                  </a:txBody>
                  <a:tcPr marT="63500" marB="63500" marR="63500" marL="63500"/>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24"/>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188" name="Google Shape;188;p24"/>
          <p:cNvSpPr txBox="1"/>
          <p:nvPr>
            <p:ph idx="1" type="body"/>
          </p:nvPr>
        </p:nvSpPr>
        <p:spPr>
          <a:xfrm>
            <a:off x="581200" y="2180500"/>
            <a:ext cx="2402100" cy="3965700"/>
          </a:xfrm>
          <a:prstGeom prst="rect">
            <a:avLst/>
          </a:prstGeom>
          <a:noFill/>
          <a:ln>
            <a:noFill/>
          </a:ln>
        </p:spPr>
        <p:txBody>
          <a:bodyPr anchorCtr="0" anchor="ctr" bIns="45700" lIns="91425" spcFirstLastPara="1" rIns="91425" wrap="square" tIns="45700">
            <a:normAutofit/>
          </a:bodyPr>
          <a:lstStyle/>
          <a:p>
            <a:pPr indent="-335090" lvl="0" marL="457200" rtl="0" algn="just">
              <a:lnSpc>
                <a:spcPct val="107000"/>
              </a:lnSpc>
              <a:spcBef>
                <a:spcPts val="0"/>
              </a:spcBef>
              <a:spcAft>
                <a:spcPts val="0"/>
              </a:spcAft>
              <a:buSzPts val="1677"/>
              <a:buFont typeface="Cambria"/>
              <a:buChar char="∙"/>
            </a:pPr>
            <a:r>
              <a:rPr lang="es-ES" sz="1677">
                <a:latin typeface="Cambria"/>
                <a:ea typeface="Cambria"/>
                <a:cs typeface="Cambria"/>
                <a:sym typeface="Cambria"/>
              </a:rPr>
              <a:t>2. Se configura el endpoint de nuestro servicio web.</a:t>
            </a:r>
            <a:endParaRPr sz="1677">
              <a:latin typeface="Cambria"/>
              <a:ea typeface="Cambria"/>
              <a:cs typeface="Cambria"/>
              <a:sym typeface="Cambria"/>
            </a:endParaRPr>
          </a:p>
          <a:p>
            <a:pPr indent="-335090" lvl="0" marL="457200" rtl="0" algn="just">
              <a:lnSpc>
                <a:spcPct val="107000"/>
              </a:lnSpc>
              <a:spcBef>
                <a:spcPts val="0"/>
              </a:spcBef>
              <a:spcAft>
                <a:spcPts val="0"/>
              </a:spcAft>
              <a:buSzPts val="1677"/>
              <a:buFont typeface="Cambria"/>
              <a:buChar char="∙"/>
            </a:pPr>
            <a:r>
              <a:rPr lang="es-ES" sz="1677">
                <a:latin typeface="Cambria"/>
                <a:ea typeface="Cambria"/>
                <a:cs typeface="Cambria"/>
                <a:sym typeface="Cambria"/>
              </a:rPr>
              <a:t>3. Se crean los atributos respectivos.</a:t>
            </a:r>
            <a:br>
              <a:rPr b="1" lang="es-ES" sz="1677">
                <a:latin typeface="Cambria"/>
                <a:ea typeface="Cambria"/>
                <a:cs typeface="Cambria"/>
                <a:sym typeface="Cambria"/>
              </a:rPr>
            </a:br>
            <a:endParaRPr b="1" sz="1677">
              <a:latin typeface="Cambria"/>
              <a:ea typeface="Cambria"/>
              <a:cs typeface="Cambria"/>
              <a:sym typeface="Cambria"/>
            </a:endParaRPr>
          </a:p>
          <a:p>
            <a:pPr indent="0" lvl="0" marL="0" rtl="0" algn="just">
              <a:lnSpc>
                <a:spcPct val="107000"/>
              </a:lnSpc>
              <a:spcBef>
                <a:spcPts val="0"/>
              </a:spcBef>
              <a:spcAft>
                <a:spcPts val="0"/>
              </a:spcAft>
              <a:buSzPts val="1656"/>
              <a:buNone/>
            </a:pPr>
            <a:r>
              <a:t/>
            </a:r>
            <a:endParaRPr b="1" sz="1677">
              <a:latin typeface="Cambria"/>
              <a:ea typeface="Cambria"/>
              <a:cs typeface="Cambria"/>
              <a:sym typeface="Cambria"/>
            </a:endParaRPr>
          </a:p>
          <a:p>
            <a:pPr indent="0" lvl="0" marL="457200" marR="0" rtl="0" algn="just">
              <a:lnSpc>
                <a:spcPct val="107000"/>
              </a:lnSpc>
              <a:spcBef>
                <a:spcPts val="0"/>
              </a:spcBef>
              <a:spcAft>
                <a:spcPts val="0"/>
              </a:spcAft>
              <a:buSzPts val="1790"/>
              <a:buNone/>
            </a:pPr>
            <a:r>
              <a:t/>
            </a:r>
            <a:endParaRPr sz="1591">
              <a:latin typeface="Cambria"/>
              <a:ea typeface="Cambria"/>
              <a:cs typeface="Cambria"/>
              <a:sym typeface="Cambria"/>
            </a:endParaRPr>
          </a:p>
          <a:p>
            <a:pPr indent="-245629" lvl="0" marL="342900" marR="0" rtl="0" algn="just">
              <a:lnSpc>
                <a:spcPct val="107000"/>
              </a:lnSpc>
              <a:spcBef>
                <a:spcPts val="0"/>
              </a:spcBef>
              <a:spcAft>
                <a:spcPts val="0"/>
              </a:spcAft>
              <a:buSzPts val="1656"/>
              <a:buFont typeface="Noto Sans Symbols"/>
              <a:buNone/>
            </a:pPr>
            <a:r>
              <a:t/>
            </a:r>
            <a:endParaRPr sz="1800">
              <a:latin typeface="Cambria"/>
              <a:ea typeface="Cambria"/>
              <a:cs typeface="Cambria"/>
              <a:sym typeface="Cambria"/>
            </a:endParaRPr>
          </a:p>
        </p:txBody>
      </p:sp>
      <p:sp>
        <p:nvSpPr>
          <p:cNvPr id="189" name="Google Shape;189;p24"/>
          <p:cNvSpPr/>
          <p:nvPr/>
        </p:nvSpPr>
        <p:spPr>
          <a:xfrm>
            <a:off x="9383697" y="0"/>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400"/>
              <a:buFont typeface="Arial"/>
              <a:buNone/>
            </a:pPr>
            <a:r>
              <a:t/>
            </a:r>
            <a:endParaRPr/>
          </a:p>
          <a:p>
            <a:pPr indent="-306000" lvl="0" marL="3060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DESARROLLO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rgbClr val="FFFF00"/>
              </a:buClr>
              <a:buSzPts val="1104"/>
              <a:buFont typeface="Noto Sans Symbols"/>
              <a:buChar char="◼"/>
            </a:pPr>
            <a:r>
              <a:rPr b="1" lang="es-ES" sz="1200">
                <a:solidFill>
                  <a:srgbClr val="FFFF00"/>
                </a:solidFill>
                <a:latin typeface="Gill Sans"/>
                <a:ea typeface="Gill Sans"/>
                <a:cs typeface="Gill Sans"/>
                <a:sym typeface="Gill Sans"/>
              </a:rPr>
              <a:t>CREACIÓN DEL SERVIDOR RESTful</a:t>
            </a:r>
            <a:endParaRPr>
              <a:solidFill>
                <a:srgbClr val="FFFF00"/>
              </a:solidFill>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12096" lvl="1" marL="763200" rtl="0" algn="l">
              <a:spcBef>
                <a:spcPts val="840"/>
              </a:spcBef>
              <a:spcAft>
                <a:spcPts val="0"/>
              </a:spcAft>
              <a:buClr>
                <a:schemeClr val="accent2"/>
              </a:buClr>
              <a:buSzPts val="1200"/>
              <a:buFont typeface="Gill Sans"/>
              <a:buChar char="◼"/>
            </a:pPr>
            <a:r>
              <a:rPr b="1" lang="es-ES" sz="1200">
                <a:solidFill>
                  <a:schemeClr val="lt1"/>
                </a:solidFill>
                <a:latin typeface="Gill Sans"/>
                <a:ea typeface="Gill Sans"/>
                <a:cs typeface="Gill Sans"/>
                <a:sym typeface="Gill Sans"/>
              </a:rPr>
              <a:t>CREACIÓN DEL PROYECTO MAUI</a:t>
            </a:r>
            <a:endParaRPr b="1" sz="1200">
              <a:solidFill>
                <a:schemeClr val="lt1"/>
              </a:solidFill>
              <a:latin typeface="Gill Sans"/>
              <a:ea typeface="Gill Sans"/>
              <a:cs typeface="Gill Sans"/>
              <a:sym typeface="Gill Sans"/>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MOVIL</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CONCLUSIONES</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RECOMENDACIONES</a:t>
            </a:r>
            <a:endParaRPr/>
          </a:p>
          <a:p>
            <a:pPr indent="0" lvl="0" marL="457200" rtl="0" algn="l">
              <a:spcBef>
                <a:spcPts val="840"/>
              </a:spcBef>
              <a:spcAft>
                <a:spcPts val="0"/>
              </a:spcAft>
              <a:buClr>
                <a:srgbClr val="000000"/>
              </a:buClr>
              <a:buSzPts val="1400"/>
              <a:buFont typeface="Arial"/>
              <a:buNone/>
            </a:pPr>
            <a:r>
              <a:t/>
            </a:r>
            <a:endParaRPr/>
          </a:p>
          <a:p>
            <a:pPr indent="0" lvl="0" marL="457200" rtl="0" algn="l">
              <a:spcBef>
                <a:spcPts val="840"/>
              </a:spcBef>
              <a:spcAft>
                <a:spcPts val="0"/>
              </a:spcAft>
              <a:buClr>
                <a:srgbClr val="000000"/>
              </a:buClr>
              <a:buSzPts val="1400"/>
              <a:buFont typeface="Arial"/>
              <a:buNone/>
            </a:pPr>
            <a:r>
              <a:t/>
            </a:r>
            <a:endParaRPr/>
          </a:p>
          <a:p>
            <a:pPr indent="0" lvl="0" marL="457200" marR="0" rtl="0" algn="l">
              <a:lnSpc>
                <a:spcPct val="100000"/>
              </a:lnSpc>
              <a:spcBef>
                <a:spcPts val="840"/>
              </a:spcBef>
              <a:spcAft>
                <a:spcPts val="0"/>
              </a:spcAft>
              <a:buClr>
                <a:srgbClr val="000000"/>
              </a:buClr>
              <a:buSzPts val="1400"/>
              <a:buFont typeface="Arial"/>
              <a:buNone/>
            </a:pPr>
            <a:r>
              <a:t/>
            </a:r>
            <a:endParaRPr/>
          </a:p>
        </p:txBody>
      </p:sp>
      <p:graphicFrame>
        <p:nvGraphicFramePr>
          <p:cNvPr id="190" name="Google Shape;190;p24"/>
          <p:cNvGraphicFramePr/>
          <p:nvPr/>
        </p:nvGraphicFramePr>
        <p:xfrm>
          <a:off x="3701450" y="2180500"/>
          <a:ext cx="3000000" cy="3000000"/>
        </p:xfrm>
        <a:graphic>
          <a:graphicData uri="http://schemas.openxmlformats.org/drawingml/2006/table">
            <a:tbl>
              <a:tblPr>
                <a:noFill/>
                <a:tableStyleId>{BF136021-7255-42B7-A7E7-87A8D8FFE9CA}</a:tableStyleId>
              </a:tblPr>
              <a:tblGrid>
                <a:gridCol w="5400050"/>
              </a:tblGrid>
              <a:tr h="12700">
                <a:tc>
                  <a:txBody>
                    <a:bodyPr/>
                    <a:lstStyle/>
                    <a:p>
                      <a:pPr indent="0" lvl="0" marL="0" rtl="0" algn="l">
                        <a:spcBef>
                          <a:spcPts val="0"/>
                        </a:spcBef>
                        <a:spcAft>
                          <a:spcPts val="0"/>
                        </a:spcAft>
                        <a:buNone/>
                      </a:pPr>
                      <a:r>
                        <a:rPr lang="es-ES" sz="1100">
                          <a:solidFill>
                            <a:srgbClr val="4F81BD"/>
                          </a:solidFill>
                          <a:latin typeface="Calibri"/>
                          <a:ea typeface="Calibri"/>
                          <a:cs typeface="Calibri"/>
                          <a:sym typeface="Calibri"/>
                        </a:rPr>
                        <a:t>@WebService(serviceName = "WSConversorUnidades")</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public class WSConversorUnidades {</a:t>
                      </a:r>
                      <a:endParaRPr sz="1100">
                        <a:solidFill>
                          <a:srgbClr val="4F81BD"/>
                        </a:solidFill>
                        <a:latin typeface="Calibri"/>
                        <a:ea typeface="Calibri"/>
                        <a:cs typeface="Calibri"/>
                        <a:sym typeface="Calibri"/>
                      </a:endParaRPr>
                    </a:p>
                  </a:txBody>
                  <a:tcPr marT="63500" marB="63500" marR="63500" marL="63500"/>
                </a:tc>
              </a:tr>
            </a:tbl>
          </a:graphicData>
        </a:graphic>
      </p:graphicFrame>
      <p:graphicFrame>
        <p:nvGraphicFramePr>
          <p:cNvPr id="191" name="Google Shape;191;p24"/>
          <p:cNvGraphicFramePr/>
          <p:nvPr/>
        </p:nvGraphicFramePr>
        <p:xfrm>
          <a:off x="3701450" y="3375275"/>
          <a:ext cx="3000000" cy="3000000"/>
        </p:xfrm>
        <a:graphic>
          <a:graphicData uri="http://schemas.openxmlformats.org/drawingml/2006/table">
            <a:tbl>
              <a:tblPr>
                <a:noFill/>
                <a:tableStyleId>{BF136021-7255-42B7-A7E7-87A8D8FFE9CA}</a:tableStyleId>
              </a:tblPr>
              <a:tblGrid>
                <a:gridCol w="5400050"/>
              </a:tblGrid>
              <a:tr h="12700">
                <a:tc>
                  <a:txBody>
                    <a:bodyPr/>
                    <a:lstStyle/>
                    <a:p>
                      <a:pPr indent="0" lvl="0" marL="0" rtl="0" algn="l">
                        <a:spcBef>
                          <a:spcPts val="0"/>
                        </a:spcBef>
                        <a:spcAft>
                          <a:spcPts val="0"/>
                        </a:spcAft>
                        <a:buNone/>
                      </a:pPr>
                      <a:r>
                        <a:rPr lang="es-ES" sz="1100">
                          <a:solidFill>
                            <a:srgbClr val="4F81BD"/>
                          </a:solidFill>
                          <a:latin typeface="Calibri"/>
                          <a:ea typeface="Calibri"/>
                          <a:cs typeface="Calibri"/>
                          <a:sym typeface="Calibri"/>
                        </a:rPr>
                        <a:t>private final ServicioConversor&lt;UnidadLongitud&gt; servicioLongitud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new ServicioConversor&lt;&gt;(new ConversorLongitud());</a:t>
                      </a:r>
                      <a:endParaRPr sz="1100">
                        <a:solidFill>
                          <a:srgbClr val="4F81BD"/>
                        </a:solidFill>
                        <a:latin typeface="Calibri"/>
                        <a:ea typeface="Calibri"/>
                        <a:cs typeface="Calibri"/>
                        <a:sym typeface="Calibri"/>
                      </a:endParaRPr>
                    </a:p>
                    <a:p>
                      <a:pPr indent="0" lvl="0" marL="0" rtl="0" algn="l">
                        <a:spcBef>
                          <a:spcPts val="0"/>
                        </a:spcBef>
                        <a:spcAft>
                          <a:spcPts val="0"/>
                        </a:spcAft>
                        <a:buNone/>
                      </a:pPr>
                      <a:r>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private final ServicioConversor&lt;UnidadMasa&gt; servicioMasa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new ServicioConversor&lt;&gt;(new ConversorMasa());</a:t>
                      </a:r>
                      <a:endParaRPr sz="1100">
                        <a:solidFill>
                          <a:srgbClr val="4F81BD"/>
                        </a:solidFill>
                        <a:latin typeface="Calibri"/>
                        <a:ea typeface="Calibri"/>
                        <a:cs typeface="Calibri"/>
                        <a:sym typeface="Calibri"/>
                      </a:endParaRPr>
                    </a:p>
                    <a:p>
                      <a:pPr indent="0" lvl="0" marL="0" rtl="0" algn="l">
                        <a:spcBef>
                          <a:spcPts val="0"/>
                        </a:spcBef>
                        <a:spcAft>
                          <a:spcPts val="0"/>
                        </a:spcAft>
                        <a:buNone/>
                      </a:pPr>
                      <a:r>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private final ServicioConversor&lt;UnidadTemperatura&gt; servicioTemperatura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new ServicioConversor&lt;&gt;(new ConversorTemperatura());</a:t>
                      </a:r>
                      <a:endParaRPr sz="1100">
                        <a:solidFill>
                          <a:srgbClr val="4F81BD"/>
                        </a:solidFill>
                        <a:latin typeface="Calibri"/>
                        <a:ea typeface="Calibri"/>
                        <a:cs typeface="Calibri"/>
                        <a:sym typeface="Calibri"/>
                      </a:endParaRPr>
                    </a:p>
                  </a:txBody>
                  <a:tcPr marT="63500" marB="63500" marR="63500" marL="63500"/>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25"/>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197" name="Google Shape;197;p25"/>
          <p:cNvSpPr txBox="1"/>
          <p:nvPr>
            <p:ph idx="1" type="body"/>
          </p:nvPr>
        </p:nvSpPr>
        <p:spPr>
          <a:xfrm>
            <a:off x="581200" y="2180500"/>
            <a:ext cx="2402100" cy="3965700"/>
          </a:xfrm>
          <a:prstGeom prst="rect">
            <a:avLst/>
          </a:prstGeom>
          <a:noFill/>
          <a:ln>
            <a:noFill/>
          </a:ln>
        </p:spPr>
        <p:txBody>
          <a:bodyPr anchorCtr="0" anchor="ctr" bIns="45700" lIns="91425" spcFirstLastPara="1" rIns="91425" wrap="square" tIns="45700">
            <a:normAutofit/>
          </a:bodyPr>
          <a:lstStyle/>
          <a:p>
            <a:pPr indent="-335090" lvl="0" marL="457200" rtl="0" algn="just">
              <a:lnSpc>
                <a:spcPct val="107000"/>
              </a:lnSpc>
              <a:spcBef>
                <a:spcPts val="0"/>
              </a:spcBef>
              <a:spcAft>
                <a:spcPts val="0"/>
              </a:spcAft>
              <a:buSzPts val="1677"/>
              <a:buFont typeface="Cambria"/>
              <a:buChar char="∙"/>
            </a:pPr>
            <a:r>
              <a:rPr lang="es-ES" sz="1677">
                <a:latin typeface="Cambria"/>
                <a:ea typeface="Cambria"/>
                <a:cs typeface="Cambria"/>
                <a:sym typeface="Cambria"/>
              </a:rPr>
              <a:t>4. Se crean los métodos respectivos, incluyendo el de autenticación y el de cambiar contraseña.</a:t>
            </a:r>
            <a:endParaRPr b="1" sz="1677">
              <a:latin typeface="Cambria"/>
              <a:ea typeface="Cambria"/>
              <a:cs typeface="Cambria"/>
              <a:sym typeface="Cambria"/>
            </a:endParaRPr>
          </a:p>
          <a:p>
            <a:pPr indent="0" lvl="0" marL="0" rtl="0" algn="just">
              <a:lnSpc>
                <a:spcPct val="107000"/>
              </a:lnSpc>
              <a:spcBef>
                <a:spcPts val="0"/>
              </a:spcBef>
              <a:spcAft>
                <a:spcPts val="0"/>
              </a:spcAft>
              <a:buSzPts val="1656"/>
              <a:buNone/>
            </a:pPr>
            <a:r>
              <a:t/>
            </a:r>
            <a:endParaRPr b="1" sz="1677">
              <a:latin typeface="Cambria"/>
              <a:ea typeface="Cambria"/>
              <a:cs typeface="Cambria"/>
              <a:sym typeface="Cambria"/>
            </a:endParaRPr>
          </a:p>
          <a:p>
            <a:pPr indent="0" lvl="0" marL="457200" marR="0" rtl="0" algn="just">
              <a:lnSpc>
                <a:spcPct val="107000"/>
              </a:lnSpc>
              <a:spcBef>
                <a:spcPts val="0"/>
              </a:spcBef>
              <a:spcAft>
                <a:spcPts val="0"/>
              </a:spcAft>
              <a:buSzPts val="1790"/>
              <a:buNone/>
            </a:pPr>
            <a:r>
              <a:t/>
            </a:r>
            <a:endParaRPr sz="1591">
              <a:latin typeface="Cambria"/>
              <a:ea typeface="Cambria"/>
              <a:cs typeface="Cambria"/>
              <a:sym typeface="Cambria"/>
            </a:endParaRPr>
          </a:p>
          <a:p>
            <a:pPr indent="-245629" lvl="0" marL="342900" marR="0" rtl="0" algn="just">
              <a:lnSpc>
                <a:spcPct val="107000"/>
              </a:lnSpc>
              <a:spcBef>
                <a:spcPts val="0"/>
              </a:spcBef>
              <a:spcAft>
                <a:spcPts val="0"/>
              </a:spcAft>
              <a:buSzPts val="1656"/>
              <a:buFont typeface="Noto Sans Symbols"/>
              <a:buNone/>
            </a:pPr>
            <a:r>
              <a:t/>
            </a:r>
            <a:endParaRPr sz="1800">
              <a:latin typeface="Cambria"/>
              <a:ea typeface="Cambria"/>
              <a:cs typeface="Cambria"/>
              <a:sym typeface="Cambria"/>
            </a:endParaRPr>
          </a:p>
        </p:txBody>
      </p:sp>
      <p:sp>
        <p:nvSpPr>
          <p:cNvPr id="198" name="Google Shape;198;p25"/>
          <p:cNvSpPr/>
          <p:nvPr/>
        </p:nvSpPr>
        <p:spPr>
          <a:xfrm>
            <a:off x="9383697" y="0"/>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400"/>
              <a:buFont typeface="Arial"/>
              <a:buNone/>
            </a:pPr>
            <a:r>
              <a:t/>
            </a:r>
            <a:endParaRPr/>
          </a:p>
          <a:p>
            <a:pPr indent="-306000" lvl="0" marL="3060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DESARROLLO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rgbClr val="FFFF00"/>
              </a:buClr>
              <a:buSzPts val="1104"/>
              <a:buFont typeface="Noto Sans Symbols"/>
              <a:buChar char="◼"/>
            </a:pPr>
            <a:r>
              <a:rPr b="1" lang="es-ES" sz="1200">
                <a:solidFill>
                  <a:srgbClr val="FFFF00"/>
                </a:solidFill>
                <a:latin typeface="Gill Sans"/>
                <a:ea typeface="Gill Sans"/>
                <a:cs typeface="Gill Sans"/>
                <a:sym typeface="Gill Sans"/>
              </a:rPr>
              <a:t>CREACIÓN DEL SERVIDOR RESTful</a:t>
            </a:r>
            <a:endParaRPr>
              <a:solidFill>
                <a:srgbClr val="FFFF00"/>
              </a:solidFill>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12096" lvl="1" marL="763200" rtl="0" algn="l">
              <a:spcBef>
                <a:spcPts val="840"/>
              </a:spcBef>
              <a:spcAft>
                <a:spcPts val="0"/>
              </a:spcAft>
              <a:buClr>
                <a:schemeClr val="accent2"/>
              </a:buClr>
              <a:buSzPts val="1200"/>
              <a:buFont typeface="Gill Sans"/>
              <a:buChar char="◼"/>
            </a:pPr>
            <a:r>
              <a:rPr b="1" lang="es-ES" sz="1200">
                <a:solidFill>
                  <a:schemeClr val="lt1"/>
                </a:solidFill>
                <a:latin typeface="Gill Sans"/>
                <a:ea typeface="Gill Sans"/>
                <a:cs typeface="Gill Sans"/>
                <a:sym typeface="Gill Sans"/>
              </a:rPr>
              <a:t>CREACIÓN DEL PROYECTO MAUI</a:t>
            </a:r>
            <a:endParaRPr b="1" sz="1200">
              <a:solidFill>
                <a:schemeClr val="lt1"/>
              </a:solidFill>
              <a:latin typeface="Gill Sans"/>
              <a:ea typeface="Gill Sans"/>
              <a:cs typeface="Gill Sans"/>
              <a:sym typeface="Gill Sans"/>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MOVIL</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CONCLUSIONES</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RECOMENDACIONES</a:t>
            </a:r>
            <a:endParaRPr/>
          </a:p>
          <a:p>
            <a:pPr indent="0" lvl="0" marL="457200" rtl="0" algn="l">
              <a:spcBef>
                <a:spcPts val="840"/>
              </a:spcBef>
              <a:spcAft>
                <a:spcPts val="0"/>
              </a:spcAft>
              <a:buClr>
                <a:srgbClr val="000000"/>
              </a:buClr>
              <a:buSzPts val="1400"/>
              <a:buFont typeface="Arial"/>
              <a:buNone/>
            </a:pPr>
            <a:r>
              <a:t/>
            </a:r>
            <a:endParaRPr/>
          </a:p>
          <a:p>
            <a:pPr indent="0" lvl="0" marL="457200" rtl="0" algn="l">
              <a:spcBef>
                <a:spcPts val="840"/>
              </a:spcBef>
              <a:spcAft>
                <a:spcPts val="0"/>
              </a:spcAft>
              <a:buClr>
                <a:srgbClr val="000000"/>
              </a:buClr>
              <a:buSzPts val="1400"/>
              <a:buFont typeface="Arial"/>
              <a:buNone/>
            </a:pPr>
            <a:r>
              <a:t/>
            </a:r>
            <a:endParaRPr/>
          </a:p>
          <a:p>
            <a:pPr indent="0" lvl="0" marL="457200" marR="0" rtl="0" algn="l">
              <a:lnSpc>
                <a:spcPct val="100000"/>
              </a:lnSpc>
              <a:spcBef>
                <a:spcPts val="840"/>
              </a:spcBef>
              <a:spcAft>
                <a:spcPts val="0"/>
              </a:spcAft>
              <a:buClr>
                <a:srgbClr val="000000"/>
              </a:buClr>
              <a:buSzPts val="1400"/>
              <a:buFont typeface="Arial"/>
              <a:buNone/>
            </a:pPr>
            <a:r>
              <a:t/>
            </a:r>
            <a:endParaRPr/>
          </a:p>
        </p:txBody>
      </p:sp>
      <p:graphicFrame>
        <p:nvGraphicFramePr>
          <p:cNvPr id="199" name="Google Shape;199;p25"/>
          <p:cNvGraphicFramePr/>
          <p:nvPr/>
        </p:nvGraphicFramePr>
        <p:xfrm>
          <a:off x="3917100" y="1928900"/>
          <a:ext cx="3000000" cy="3000000"/>
        </p:xfrm>
        <a:graphic>
          <a:graphicData uri="http://schemas.openxmlformats.org/drawingml/2006/table">
            <a:tbl>
              <a:tblPr>
                <a:noFill/>
                <a:tableStyleId>{BF136021-7255-42B7-A7E7-87A8D8FFE9CA}</a:tableStyleId>
              </a:tblPr>
              <a:tblGrid>
                <a:gridCol w="4894525"/>
              </a:tblGrid>
              <a:tr h="4533675">
                <a:tc>
                  <a:txBody>
                    <a:bodyPr/>
                    <a:lstStyle/>
                    <a:p>
                      <a:pPr indent="0" lvl="0" marL="0" rtl="0" algn="l">
                        <a:spcBef>
                          <a:spcPts val="0"/>
                        </a:spcBef>
                        <a:spcAft>
                          <a:spcPts val="0"/>
                        </a:spcAft>
                        <a:buNone/>
                      </a:pPr>
                      <a:r>
                        <a:rPr lang="es-ES" sz="1000">
                          <a:solidFill>
                            <a:srgbClr val="4F81BD"/>
                          </a:solidFill>
                          <a:latin typeface="Calibri"/>
                          <a:ea typeface="Calibri"/>
                          <a:cs typeface="Calibri"/>
                          <a:sym typeface="Calibri"/>
                        </a:rPr>
                        <a:t>@WebMethod(operationName = "login")</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public String login(</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@WebParam(name = "usuario") String usuario,</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@WebParam(name = "contrasenia") String contrasenia) {</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if (AdministradorCredenciales.validarCredenciales(usuario, contrasenia)) {</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return AdministradorTokens.generarToken();</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throw new RuntimeException("Credenciales incorrectas");</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a:t>
                      </a:r>
                      <a:endParaRPr sz="1000">
                        <a:solidFill>
                          <a:srgbClr val="4F81BD"/>
                        </a:solidFill>
                        <a:latin typeface="Calibri"/>
                        <a:ea typeface="Calibri"/>
                        <a:cs typeface="Calibri"/>
                        <a:sym typeface="Calibri"/>
                      </a:endParaRPr>
                    </a:p>
                    <a:p>
                      <a:pPr indent="0" lvl="0" marL="0" rtl="0" algn="l">
                        <a:spcBef>
                          <a:spcPts val="0"/>
                        </a:spcBef>
                        <a:spcAft>
                          <a:spcPts val="0"/>
                        </a:spcAft>
                        <a:buNone/>
                      </a:pPr>
                      <a:r>
                        <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@WebMethod(operationName = "cambiarContrasenia")</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public String cambiarContrasenia(</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@WebParam(name = "contraseniaActual") String contraseniaActual,</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@WebParam(name = "contraseniaNueva") String contraseniaNueva) {</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AdministradorCredenciales.cambiarContrasenia(contraseniaActual, contraseniaNueva);</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return "Contrasenia actualizada correctamente";</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@WebMethod(operationName = "convertirLongitud")</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public double convertirLongitud(</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@WebParam(name = "valor") double valor,</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@WebParam(name = "unidadInicial") String unidadInicial,</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@WebParam(name = "unidadFinal") String unidadFinal) {</a:t>
                      </a:r>
                      <a:endParaRPr sz="1000">
                        <a:solidFill>
                          <a:srgbClr val="4F81BD"/>
                        </a:solidFill>
                        <a:latin typeface="Calibri"/>
                        <a:ea typeface="Calibri"/>
                        <a:cs typeface="Calibri"/>
                        <a:sym typeface="Calibri"/>
                      </a:endParaRPr>
                    </a:p>
                    <a:p>
                      <a:pPr indent="0" lvl="0" marL="0" rtl="0" algn="l">
                        <a:spcBef>
                          <a:spcPts val="0"/>
                        </a:spcBef>
                        <a:spcAft>
                          <a:spcPts val="0"/>
                        </a:spcAft>
                        <a:buNone/>
                      </a:pPr>
                      <a:r>
                        <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UnidadLongitud origen = UnidadMapper.toLongitud(unidadInicial);</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UnidadLongitud destino = UnidadMapper.toLongitud(unidadFinal);</a:t>
                      </a:r>
                      <a:endParaRPr sz="1000">
                        <a:solidFill>
                          <a:srgbClr val="4F81BD"/>
                        </a:solidFill>
                        <a:latin typeface="Calibri"/>
                        <a:ea typeface="Calibri"/>
                        <a:cs typeface="Calibri"/>
                        <a:sym typeface="Calibri"/>
                      </a:endParaRPr>
                    </a:p>
                    <a:p>
                      <a:pPr indent="0" lvl="0" marL="0" rtl="0" algn="l">
                        <a:spcBef>
                          <a:spcPts val="0"/>
                        </a:spcBef>
                        <a:spcAft>
                          <a:spcPts val="0"/>
                        </a:spcAft>
                        <a:buNone/>
                      </a:pPr>
                      <a:r>
                        <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return servicioLongitud.convertir(valor, origen, destino);</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a:t>
                      </a:r>
                      <a:endParaRPr sz="1000">
                        <a:solidFill>
                          <a:srgbClr val="4F81BD"/>
                        </a:solidFill>
                        <a:latin typeface="Calibri"/>
                        <a:ea typeface="Calibri"/>
                        <a:cs typeface="Calibri"/>
                        <a:sym typeface="Calibri"/>
                      </a:endParaRPr>
                    </a:p>
                  </a:txBody>
                  <a:tcPr marT="63500" marB="63500" marR="63500" marL="63500"/>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graphicFrame>
        <p:nvGraphicFramePr>
          <p:cNvPr id="204" name="Google Shape;204;p26"/>
          <p:cNvGraphicFramePr/>
          <p:nvPr/>
        </p:nvGraphicFramePr>
        <p:xfrm>
          <a:off x="3881150" y="2291900"/>
          <a:ext cx="3000000" cy="3000000"/>
        </p:xfrm>
        <a:graphic>
          <a:graphicData uri="http://schemas.openxmlformats.org/drawingml/2006/table">
            <a:tbl>
              <a:tblPr>
                <a:noFill/>
                <a:tableStyleId>{BF136021-7255-42B7-A7E7-87A8D8FFE9CA}</a:tableStyleId>
              </a:tblPr>
              <a:tblGrid>
                <a:gridCol w="4894525"/>
              </a:tblGrid>
              <a:tr h="3742900">
                <a:tc>
                  <a:txBody>
                    <a:bodyPr/>
                    <a:lstStyle/>
                    <a:p>
                      <a:pPr indent="0" lvl="0" marL="0" rtl="0" algn="l">
                        <a:spcBef>
                          <a:spcPts val="0"/>
                        </a:spcBef>
                        <a:spcAft>
                          <a:spcPts val="0"/>
                        </a:spcAft>
                        <a:buNone/>
                      </a:pPr>
                      <a:r>
                        <a:rPr lang="es-ES" sz="1000">
                          <a:solidFill>
                            <a:srgbClr val="4F81BD"/>
                          </a:solidFill>
                          <a:latin typeface="Calibri"/>
                          <a:ea typeface="Calibri"/>
                          <a:cs typeface="Calibri"/>
                          <a:sym typeface="Calibri"/>
                        </a:rPr>
                        <a:t>@WebMethod(operationName = "convertirMasa")</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public double convertirMasa(</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@WebParam(name = "valor") double valor,</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@WebParam(name = "unidadInicial") String unidadInicial,</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@WebParam(name = "unidadFinal") String unidadFinal) {</a:t>
                      </a:r>
                      <a:endParaRPr sz="1000">
                        <a:solidFill>
                          <a:srgbClr val="4F81BD"/>
                        </a:solidFill>
                        <a:latin typeface="Calibri"/>
                        <a:ea typeface="Calibri"/>
                        <a:cs typeface="Calibri"/>
                        <a:sym typeface="Calibri"/>
                      </a:endParaRPr>
                    </a:p>
                    <a:p>
                      <a:pPr indent="0" lvl="0" marL="0" rtl="0" algn="l">
                        <a:spcBef>
                          <a:spcPts val="0"/>
                        </a:spcBef>
                        <a:spcAft>
                          <a:spcPts val="0"/>
                        </a:spcAft>
                        <a:buNone/>
                      </a:pPr>
                      <a:r>
                        <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UnidadMasa origen = UnidadMapper.toMasa(unidadInicial);</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UnidadMasa destino = UnidadMapper.toMasa(unidadFinal);</a:t>
                      </a:r>
                      <a:endParaRPr sz="1000">
                        <a:solidFill>
                          <a:srgbClr val="4F81BD"/>
                        </a:solidFill>
                        <a:latin typeface="Calibri"/>
                        <a:ea typeface="Calibri"/>
                        <a:cs typeface="Calibri"/>
                        <a:sym typeface="Calibri"/>
                      </a:endParaRPr>
                    </a:p>
                    <a:p>
                      <a:pPr indent="0" lvl="0" marL="0" rtl="0" algn="l">
                        <a:spcBef>
                          <a:spcPts val="0"/>
                        </a:spcBef>
                        <a:spcAft>
                          <a:spcPts val="0"/>
                        </a:spcAft>
                        <a:buNone/>
                      </a:pPr>
                      <a:r>
                        <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return servicioMasa.convertir(valor, origen, destino);</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a:t>
                      </a:r>
                      <a:endParaRPr sz="1000">
                        <a:solidFill>
                          <a:srgbClr val="4F81BD"/>
                        </a:solidFill>
                        <a:latin typeface="Calibri"/>
                        <a:ea typeface="Calibri"/>
                        <a:cs typeface="Calibri"/>
                        <a:sym typeface="Calibri"/>
                      </a:endParaRPr>
                    </a:p>
                    <a:p>
                      <a:pPr indent="0" lvl="0" marL="0" rtl="0" algn="l">
                        <a:spcBef>
                          <a:spcPts val="0"/>
                        </a:spcBef>
                        <a:spcAft>
                          <a:spcPts val="0"/>
                        </a:spcAft>
                        <a:buNone/>
                      </a:pPr>
                      <a:r>
                        <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@WebMethod(operationName = "convertirTemperatura")</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public double convertirTemperatura(</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@WebParam(name = "valor") double valor,</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@WebParam(name = "unidadInicial") String unidadInicial,</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@WebParam(name = "unidadFinal") String unidadFinal) {</a:t>
                      </a:r>
                      <a:endParaRPr sz="1000">
                        <a:solidFill>
                          <a:srgbClr val="4F81BD"/>
                        </a:solidFill>
                        <a:latin typeface="Calibri"/>
                        <a:ea typeface="Calibri"/>
                        <a:cs typeface="Calibri"/>
                        <a:sym typeface="Calibri"/>
                      </a:endParaRPr>
                    </a:p>
                    <a:p>
                      <a:pPr indent="0" lvl="0" marL="0" rtl="0" algn="l">
                        <a:spcBef>
                          <a:spcPts val="0"/>
                        </a:spcBef>
                        <a:spcAft>
                          <a:spcPts val="0"/>
                        </a:spcAft>
                        <a:buNone/>
                      </a:pPr>
                      <a:r>
                        <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UnidadTemperatura origen = UnidadMapper.toTemperatura(unidadInicial);</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UnidadTemperatura destino = UnidadMapper.toTemperatura(unidadFinal);</a:t>
                      </a:r>
                      <a:endParaRPr sz="1000">
                        <a:solidFill>
                          <a:srgbClr val="4F81BD"/>
                        </a:solidFill>
                        <a:latin typeface="Calibri"/>
                        <a:ea typeface="Calibri"/>
                        <a:cs typeface="Calibri"/>
                        <a:sym typeface="Calibri"/>
                      </a:endParaRPr>
                    </a:p>
                    <a:p>
                      <a:pPr indent="0" lvl="0" marL="0" rtl="0" algn="l">
                        <a:spcBef>
                          <a:spcPts val="0"/>
                        </a:spcBef>
                        <a:spcAft>
                          <a:spcPts val="0"/>
                        </a:spcAft>
                        <a:buNone/>
                      </a:pPr>
                      <a:r>
                        <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return servicioTemperatura.convertir(valor, origen, destino);</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a:t>
                      </a:r>
                      <a:endParaRPr sz="1000">
                        <a:solidFill>
                          <a:srgbClr val="4F81BD"/>
                        </a:solidFill>
                        <a:latin typeface="Calibri"/>
                        <a:ea typeface="Calibri"/>
                        <a:cs typeface="Calibri"/>
                        <a:sym typeface="Calibri"/>
                      </a:endParaRPr>
                    </a:p>
                  </a:txBody>
                  <a:tcPr marT="63500" marB="63500" marR="63500" marL="63500"/>
                </a:tc>
              </a:tr>
            </a:tbl>
          </a:graphicData>
        </a:graphic>
      </p:graphicFrame>
      <p:sp>
        <p:nvSpPr>
          <p:cNvPr id="205" name="Google Shape;205;p26"/>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206" name="Google Shape;206;p26"/>
          <p:cNvSpPr txBox="1"/>
          <p:nvPr>
            <p:ph idx="1" type="body"/>
          </p:nvPr>
        </p:nvSpPr>
        <p:spPr>
          <a:xfrm>
            <a:off x="581200" y="2180500"/>
            <a:ext cx="2402100" cy="3965700"/>
          </a:xfrm>
          <a:prstGeom prst="rect">
            <a:avLst/>
          </a:prstGeom>
          <a:noFill/>
          <a:ln>
            <a:noFill/>
          </a:ln>
        </p:spPr>
        <p:txBody>
          <a:bodyPr anchorCtr="0" anchor="ctr" bIns="45700" lIns="91425" spcFirstLastPara="1" rIns="91425" wrap="square" tIns="45700">
            <a:normAutofit/>
          </a:bodyPr>
          <a:lstStyle/>
          <a:p>
            <a:pPr indent="-335090" lvl="0" marL="457200" rtl="0" algn="just">
              <a:lnSpc>
                <a:spcPct val="107000"/>
              </a:lnSpc>
              <a:spcBef>
                <a:spcPts val="0"/>
              </a:spcBef>
              <a:spcAft>
                <a:spcPts val="0"/>
              </a:spcAft>
              <a:buSzPts val="1677"/>
              <a:buFont typeface="Cambria"/>
              <a:buChar char="∙"/>
            </a:pPr>
            <a:r>
              <a:rPr lang="es-ES" sz="1677">
                <a:latin typeface="Cambria"/>
                <a:ea typeface="Cambria"/>
                <a:cs typeface="Cambria"/>
                <a:sym typeface="Cambria"/>
              </a:rPr>
              <a:t>4. Se crean los métodos respectivos, incluyendo el de autenticación y el de cambiar contraseña.</a:t>
            </a:r>
            <a:endParaRPr b="1" sz="1677">
              <a:latin typeface="Cambria"/>
              <a:ea typeface="Cambria"/>
              <a:cs typeface="Cambria"/>
              <a:sym typeface="Cambria"/>
            </a:endParaRPr>
          </a:p>
          <a:p>
            <a:pPr indent="0" lvl="0" marL="0" rtl="0" algn="just">
              <a:lnSpc>
                <a:spcPct val="107000"/>
              </a:lnSpc>
              <a:spcBef>
                <a:spcPts val="0"/>
              </a:spcBef>
              <a:spcAft>
                <a:spcPts val="0"/>
              </a:spcAft>
              <a:buSzPts val="1656"/>
              <a:buNone/>
            </a:pPr>
            <a:r>
              <a:t/>
            </a:r>
            <a:endParaRPr b="1" sz="1677">
              <a:latin typeface="Cambria"/>
              <a:ea typeface="Cambria"/>
              <a:cs typeface="Cambria"/>
              <a:sym typeface="Cambria"/>
            </a:endParaRPr>
          </a:p>
          <a:p>
            <a:pPr indent="0" lvl="0" marL="457200" marR="0" rtl="0" algn="just">
              <a:lnSpc>
                <a:spcPct val="107000"/>
              </a:lnSpc>
              <a:spcBef>
                <a:spcPts val="0"/>
              </a:spcBef>
              <a:spcAft>
                <a:spcPts val="0"/>
              </a:spcAft>
              <a:buSzPts val="1790"/>
              <a:buNone/>
            </a:pPr>
            <a:r>
              <a:t/>
            </a:r>
            <a:endParaRPr sz="1591">
              <a:latin typeface="Cambria"/>
              <a:ea typeface="Cambria"/>
              <a:cs typeface="Cambria"/>
              <a:sym typeface="Cambria"/>
            </a:endParaRPr>
          </a:p>
          <a:p>
            <a:pPr indent="-245629" lvl="0" marL="342900" marR="0" rtl="0" algn="just">
              <a:lnSpc>
                <a:spcPct val="107000"/>
              </a:lnSpc>
              <a:spcBef>
                <a:spcPts val="0"/>
              </a:spcBef>
              <a:spcAft>
                <a:spcPts val="0"/>
              </a:spcAft>
              <a:buSzPts val="1656"/>
              <a:buFont typeface="Noto Sans Symbols"/>
              <a:buNone/>
            </a:pPr>
            <a:r>
              <a:t/>
            </a:r>
            <a:endParaRPr sz="1800">
              <a:latin typeface="Cambria"/>
              <a:ea typeface="Cambria"/>
              <a:cs typeface="Cambria"/>
              <a:sym typeface="Cambria"/>
            </a:endParaRPr>
          </a:p>
        </p:txBody>
      </p:sp>
      <p:sp>
        <p:nvSpPr>
          <p:cNvPr id="207" name="Google Shape;207;p26"/>
          <p:cNvSpPr/>
          <p:nvPr/>
        </p:nvSpPr>
        <p:spPr>
          <a:xfrm>
            <a:off x="9383697" y="0"/>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400"/>
              <a:buFont typeface="Arial"/>
              <a:buNone/>
            </a:pPr>
            <a:r>
              <a:t/>
            </a:r>
            <a:endParaRPr/>
          </a:p>
          <a:p>
            <a:pPr indent="-306000" lvl="0" marL="3060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DESARROLLO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rgbClr val="FFFF00"/>
              </a:buClr>
              <a:buSzPts val="1104"/>
              <a:buFont typeface="Noto Sans Symbols"/>
              <a:buChar char="◼"/>
            </a:pPr>
            <a:r>
              <a:rPr b="1" lang="es-ES" sz="1200">
                <a:solidFill>
                  <a:srgbClr val="FFFF00"/>
                </a:solidFill>
                <a:latin typeface="Gill Sans"/>
                <a:ea typeface="Gill Sans"/>
                <a:cs typeface="Gill Sans"/>
                <a:sym typeface="Gill Sans"/>
              </a:rPr>
              <a:t>CREACIÓN DEL SERVIDOR RESTful</a:t>
            </a:r>
            <a:endParaRPr>
              <a:solidFill>
                <a:srgbClr val="FFFF00"/>
              </a:solidFill>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12096" lvl="1" marL="763200" rtl="0" algn="l">
              <a:spcBef>
                <a:spcPts val="840"/>
              </a:spcBef>
              <a:spcAft>
                <a:spcPts val="0"/>
              </a:spcAft>
              <a:buClr>
                <a:schemeClr val="accent2"/>
              </a:buClr>
              <a:buSzPts val="1200"/>
              <a:buFont typeface="Gill Sans"/>
              <a:buChar char="◼"/>
            </a:pPr>
            <a:r>
              <a:rPr b="1" lang="es-ES" sz="1200">
                <a:solidFill>
                  <a:schemeClr val="lt1"/>
                </a:solidFill>
                <a:latin typeface="Gill Sans"/>
                <a:ea typeface="Gill Sans"/>
                <a:cs typeface="Gill Sans"/>
                <a:sym typeface="Gill Sans"/>
              </a:rPr>
              <a:t>CREACIÓN DEL PROYECTO MAUI</a:t>
            </a:r>
            <a:endParaRPr b="1" sz="1200">
              <a:solidFill>
                <a:schemeClr val="lt1"/>
              </a:solidFill>
              <a:latin typeface="Gill Sans"/>
              <a:ea typeface="Gill Sans"/>
              <a:cs typeface="Gill Sans"/>
              <a:sym typeface="Gill Sans"/>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MOVIL</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CONCLUSIONES</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RECOMENDACIONES</a:t>
            </a:r>
            <a:endParaRPr/>
          </a:p>
          <a:p>
            <a:pPr indent="0" lvl="0" marL="457200" rtl="0" algn="l">
              <a:spcBef>
                <a:spcPts val="840"/>
              </a:spcBef>
              <a:spcAft>
                <a:spcPts val="0"/>
              </a:spcAft>
              <a:buClr>
                <a:srgbClr val="000000"/>
              </a:buClr>
              <a:buSzPts val="1400"/>
              <a:buFont typeface="Arial"/>
              <a:buNone/>
            </a:pPr>
            <a:r>
              <a:t/>
            </a:r>
            <a:endParaRPr/>
          </a:p>
          <a:p>
            <a:pPr indent="0" lvl="0" marL="457200" rtl="0" algn="l">
              <a:spcBef>
                <a:spcPts val="840"/>
              </a:spcBef>
              <a:spcAft>
                <a:spcPts val="0"/>
              </a:spcAft>
              <a:buClr>
                <a:srgbClr val="000000"/>
              </a:buClr>
              <a:buSzPts val="1400"/>
              <a:buFont typeface="Arial"/>
              <a:buNone/>
            </a:pPr>
            <a:r>
              <a:t/>
            </a:r>
            <a:endParaRPr/>
          </a:p>
          <a:p>
            <a:pPr indent="0" lvl="0" marL="457200" marR="0" rtl="0" algn="l">
              <a:lnSpc>
                <a:spcPct val="100000"/>
              </a:lnSpc>
              <a:spcBef>
                <a:spcPts val="840"/>
              </a:spcBef>
              <a:spcAft>
                <a:spcPts val="0"/>
              </a:spcAft>
              <a:buClr>
                <a:srgbClr val="000000"/>
              </a:buClr>
              <a:buSzPts val="1400"/>
              <a:buFont typeface="Arial"/>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27"/>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213" name="Google Shape;213;p27"/>
          <p:cNvSpPr txBox="1"/>
          <p:nvPr>
            <p:ph idx="1" type="body"/>
          </p:nvPr>
        </p:nvSpPr>
        <p:spPr>
          <a:xfrm>
            <a:off x="581200" y="2018775"/>
            <a:ext cx="8589300" cy="1633500"/>
          </a:xfrm>
          <a:prstGeom prst="rect">
            <a:avLst/>
          </a:prstGeom>
          <a:noFill/>
          <a:ln>
            <a:noFill/>
          </a:ln>
        </p:spPr>
        <p:txBody>
          <a:bodyPr anchorCtr="0" anchor="ctr" bIns="45700" lIns="91425" spcFirstLastPara="1" rIns="91425" wrap="square" tIns="45700">
            <a:normAutofit/>
          </a:bodyPr>
          <a:lstStyle/>
          <a:p>
            <a:r>
              <a:t>1.2.4 	Autenticación</a:t>
            </a:r>
          </a:p>
          <a:p>
            <a:r>
              <a:t>Una clase fundamental es ServicioSeguridad.cs junto a su controlador AuthController.cs, que actúan como la capa de seguridad y autenticación en la arquitectura RESTful con el fin de autenticar debidamente las peticiones antes de permitir el acceso a los servicios de conversión.</a:t>
            </a:r>
          </a:p>
        </p:txBody>
      </p:sp>
      <p:sp>
        <p:nvSpPr>
          <p:cNvPr id="214" name="Google Shape;214;p27"/>
          <p:cNvSpPr/>
          <p:nvPr/>
        </p:nvSpPr>
        <p:spPr>
          <a:xfrm>
            <a:off x="9383697" y="0"/>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400"/>
              <a:buFont typeface="Arial"/>
              <a:buNone/>
            </a:pPr>
            <a:r>
              <a:t/>
            </a:r>
            <a:endParaRPr/>
          </a:p>
          <a:p>
            <a:pPr indent="-306000" lvl="0" marL="3060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DESARROLLO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rgbClr val="FFFF00"/>
              </a:buClr>
              <a:buSzPts val="1104"/>
              <a:buFont typeface="Noto Sans Symbols"/>
              <a:buChar char="◼"/>
            </a:pPr>
            <a:r>
              <a:rPr b="1" lang="es-ES" sz="1200">
                <a:solidFill>
                  <a:srgbClr val="FFFF00"/>
                </a:solidFill>
                <a:latin typeface="Gill Sans"/>
                <a:ea typeface="Gill Sans"/>
                <a:cs typeface="Gill Sans"/>
                <a:sym typeface="Gill Sans"/>
              </a:rPr>
              <a:t>CREACIÓN DEL SERVIDOR RESTful</a:t>
            </a:r>
            <a:endParaRPr>
              <a:solidFill>
                <a:srgbClr val="FFFF00"/>
              </a:solidFill>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12096" lvl="1" marL="763200" rtl="0" algn="l">
              <a:spcBef>
                <a:spcPts val="840"/>
              </a:spcBef>
              <a:spcAft>
                <a:spcPts val="0"/>
              </a:spcAft>
              <a:buClr>
                <a:schemeClr val="accent2"/>
              </a:buClr>
              <a:buSzPts val="1200"/>
              <a:buFont typeface="Gill Sans"/>
              <a:buChar char="◼"/>
            </a:pPr>
            <a:r>
              <a:rPr b="1" lang="es-ES" sz="1200">
                <a:solidFill>
                  <a:schemeClr val="lt1"/>
                </a:solidFill>
                <a:latin typeface="Gill Sans"/>
                <a:ea typeface="Gill Sans"/>
                <a:cs typeface="Gill Sans"/>
                <a:sym typeface="Gill Sans"/>
              </a:rPr>
              <a:t>CREACIÓN DEL PROYECTO MAUI</a:t>
            </a:r>
            <a:endParaRPr b="1" sz="1200">
              <a:solidFill>
                <a:schemeClr val="lt1"/>
              </a:solidFill>
              <a:latin typeface="Gill Sans"/>
              <a:ea typeface="Gill Sans"/>
              <a:cs typeface="Gill Sans"/>
              <a:sym typeface="Gill Sans"/>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MOVIL</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CONCLUSIONES</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RECOMENDACIONES</a:t>
            </a:r>
            <a:endParaRPr/>
          </a:p>
          <a:p>
            <a:pPr indent="0" lvl="0" marL="457200" rtl="0" algn="l">
              <a:spcBef>
                <a:spcPts val="840"/>
              </a:spcBef>
              <a:spcAft>
                <a:spcPts val="0"/>
              </a:spcAft>
              <a:buClr>
                <a:srgbClr val="000000"/>
              </a:buClr>
              <a:buSzPts val="1400"/>
              <a:buFont typeface="Arial"/>
              <a:buNone/>
            </a:pPr>
            <a:r>
              <a:t/>
            </a:r>
            <a:endParaRPr/>
          </a:p>
          <a:p>
            <a:pPr indent="0" lvl="0" marL="457200" rtl="0" algn="l">
              <a:spcBef>
                <a:spcPts val="840"/>
              </a:spcBef>
              <a:spcAft>
                <a:spcPts val="0"/>
              </a:spcAft>
              <a:buClr>
                <a:srgbClr val="000000"/>
              </a:buClr>
              <a:buSzPts val="1400"/>
              <a:buFont typeface="Arial"/>
              <a:buNone/>
            </a:pPr>
            <a:r>
              <a:t/>
            </a:r>
            <a:endParaRPr/>
          </a:p>
          <a:p>
            <a:pPr indent="0" lvl="0" marL="457200" marR="0" rtl="0" algn="l">
              <a:lnSpc>
                <a:spcPct val="100000"/>
              </a:lnSpc>
              <a:spcBef>
                <a:spcPts val="840"/>
              </a:spcBef>
              <a:spcAft>
                <a:spcPts val="0"/>
              </a:spcAft>
              <a:buClr>
                <a:srgbClr val="000000"/>
              </a:buClr>
              <a:buSzPts val="1400"/>
              <a:buFont typeface="Arial"/>
              <a:buNone/>
            </a:pPr>
            <a:r>
              <a:t/>
            </a:r>
            <a:endParaRPr/>
          </a:p>
        </p:txBody>
      </p:sp>
      <p:pic>
        <p:nvPicPr>
          <p:cNvPr id="215" name="Google Shape;215;p27"/>
          <p:cNvPicPr preferRelativeResize="0"/>
          <p:nvPr/>
        </p:nvPicPr>
        <p:blipFill>
          <a:blip r:embed="rId3">
            <a:alphaModFix/>
          </a:blip>
          <a:stretch>
            <a:fillRect/>
          </a:stretch>
        </p:blipFill>
        <p:spPr>
          <a:xfrm>
            <a:off x="2589850" y="3549050"/>
            <a:ext cx="4572000" cy="31242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28"/>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221" name="Google Shape;221;p28"/>
          <p:cNvSpPr txBox="1"/>
          <p:nvPr>
            <p:ph idx="1" type="body"/>
          </p:nvPr>
        </p:nvSpPr>
        <p:spPr>
          <a:xfrm>
            <a:off x="581192" y="1876272"/>
            <a:ext cx="8589300" cy="1248600"/>
          </a:xfrm>
          <a:prstGeom prst="rect">
            <a:avLst/>
          </a:prstGeom>
          <a:noFill/>
          <a:ln>
            <a:noFill/>
          </a:ln>
        </p:spPr>
        <p:txBody>
          <a:bodyPr anchorCtr="0" anchor="ctr" bIns="45700" lIns="91425" spcFirstLastPara="1" rIns="91425" wrap="square" tIns="45700">
            <a:normAutofit/>
          </a:bodyPr>
          <a:lstStyle/>
          <a:p>
            <a:r>
              <a:t>A diferencia de SOAP que requería un manejador.xml rígido, en ASP.NET Core .NET 8 la configuración se realiza en Program.cs registrando el servicio de seguridad (AddSingleton&lt;IServicioSeguridad, ServicioSeguridad&gt;()) e inyectándolo limpiamente en los controladores.</a:t>
            </a:r>
          </a:p>
        </p:txBody>
      </p:sp>
      <p:sp>
        <p:nvSpPr>
          <p:cNvPr id="222" name="Google Shape;222;p28"/>
          <p:cNvSpPr/>
          <p:nvPr/>
        </p:nvSpPr>
        <p:spPr>
          <a:xfrm>
            <a:off x="9383697" y="0"/>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400"/>
              <a:buFont typeface="Arial"/>
              <a:buNone/>
            </a:pPr>
            <a:r>
              <a:t/>
            </a:r>
            <a:endParaRPr/>
          </a:p>
          <a:p>
            <a:pPr indent="-306000" lvl="0" marL="3060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DESARROLLO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rgbClr val="FFFF00"/>
              </a:buClr>
              <a:buSzPts val="1104"/>
              <a:buFont typeface="Noto Sans Symbols"/>
              <a:buChar char="◼"/>
            </a:pPr>
            <a:r>
              <a:rPr b="1" lang="es-ES" sz="1200">
                <a:solidFill>
                  <a:srgbClr val="FFFF00"/>
                </a:solidFill>
                <a:latin typeface="Gill Sans"/>
                <a:ea typeface="Gill Sans"/>
                <a:cs typeface="Gill Sans"/>
                <a:sym typeface="Gill Sans"/>
              </a:rPr>
              <a:t>CREACIÓN DEL SERVIDOR RESTful</a:t>
            </a:r>
            <a:endParaRPr>
              <a:solidFill>
                <a:srgbClr val="FFFF00"/>
              </a:solidFill>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12096" lvl="1" marL="763200" rtl="0" algn="l">
              <a:spcBef>
                <a:spcPts val="840"/>
              </a:spcBef>
              <a:spcAft>
                <a:spcPts val="0"/>
              </a:spcAft>
              <a:buClr>
                <a:schemeClr val="accent2"/>
              </a:buClr>
              <a:buSzPts val="1200"/>
              <a:buFont typeface="Gill Sans"/>
              <a:buChar char="◼"/>
            </a:pPr>
            <a:r>
              <a:rPr b="1" lang="es-ES" sz="1200">
                <a:solidFill>
                  <a:schemeClr val="lt1"/>
                </a:solidFill>
                <a:latin typeface="Gill Sans"/>
                <a:ea typeface="Gill Sans"/>
                <a:cs typeface="Gill Sans"/>
                <a:sym typeface="Gill Sans"/>
              </a:rPr>
              <a:t>CREACIÓN DEL PROYECTO MAUI</a:t>
            </a:r>
            <a:endParaRPr b="1" sz="1200">
              <a:solidFill>
                <a:schemeClr val="lt1"/>
              </a:solidFill>
              <a:latin typeface="Gill Sans"/>
              <a:ea typeface="Gill Sans"/>
              <a:cs typeface="Gill Sans"/>
              <a:sym typeface="Gill Sans"/>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MOVIL</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CONCLUSIONES</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RECOMENDACIONES</a:t>
            </a:r>
            <a:endParaRPr/>
          </a:p>
          <a:p>
            <a:pPr indent="0" lvl="0" marL="457200" rtl="0" algn="l">
              <a:spcBef>
                <a:spcPts val="840"/>
              </a:spcBef>
              <a:spcAft>
                <a:spcPts val="0"/>
              </a:spcAft>
              <a:buClr>
                <a:srgbClr val="000000"/>
              </a:buClr>
              <a:buSzPts val="1400"/>
              <a:buFont typeface="Arial"/>
              <a:buNone/>
            </a:pPr>
            <a:r>
              <a:t/>
            </a:r>
            <a:endParaRPr/>
          </a:p>
          <a:p>
            <a:pPr indent="0" lvl="0" marL="457200" rtl="0" algn="l">
              <a:spcBef>
                <a:spcPts val="840"/>
              </a:spcBef>
              <a:spcAft>
                <a:spcPts val="0"/>
              </a:spcAft>
              <a:buClr>
                <a:srgbClr val="000000"/>
              </a:buClr>
              <a:buSzPts val="1400"/>
              <a:buFont typeface="Arial"/>
              <a:buNone/>
            </a:pPr>
            <a:r>
              <a:t/>
            </a:r>
            <a:endParaRPr/>
          </a:p>
          <a:p>
            <a:pPr indent="0" lvl="0" marL="457200" marR="0" rtl="0" algn="l">
              <a:lnSpc>
                <a:spcPct val="100000"/>
              </a:lnSpc>
              <a:spcBef>
                <a:spcPts val="840"/>
              </a:spcBef>
              <a:spcAft>
                <a:spcPts val="0"/>
              </a:spcAft>
              <a:buClr>
                <a:srgbClr val="000000"/>
              </a:buClr>
              <a:buSzPts val="1400"/>
              <a:buFont typeface="Arial"/>
              <a:buNone/>
            </a:pPr>
            <a:r>
              <a:t/>
            </a:r>
            <a:endParaRPr/>
          </a:p>
        </p:txBody>
      </p:sp>
      <p:graphicFrame>
        <p:nvGraphicFramePr>
          <p:cNvPr id="224" name="Google Shape;224;p28"/>
          <p:cNvGraphicFramePr/>
          <p:nvPr/>
        </p:nvGraphicFramePr>
        <p:xfrm>
          <a:off x="4024925" y="4574350"/>
          <a:ext cx="3000000" cy="3000000"/>
        </p:xfrm>
        <a:graphic>
          <a:graphicData uri="http://schemas.openxmlformats.org/drawingml/2006/table">
            <a:tbl>
              <a:tblPr>
                <a:noFill/>
                <a:tableStyleId>{BF136021-7255-42B7-A7E7-87A8D8FFE9CA}</a:tableStyleId>
              </a:tblPr>
              <a:tblGrid>
                <a:gridCol w="4894525"/>
              </a:tblGrid>
              <a:tr h="2215300">
                <a:tc>
                  <a:txBody>
                    <a:bodyPr/>
                    <a:lstStyle/>
                    <a:p>
                      <a:pPr indent="0" lvl="0" marL="0" rtl="0" algn="l">
                        <a:spcBef>
                          <a:spcPts val="0"/>
                        </a:spcBef>
                        <a:spcAft>
                          <a:spcPts val="0"/>
                        </a:spcAft>
                        <a:buNone/>
                      </a:pPr>
                      <a:r>
                        <a:rPr lang="es-ES" sz="1000">
                          <a:solidFill>
                            <a:srgbClr val="4F81BD"/>
                          </a:solidFill>
                          <a:latin typeface="Calibri"/>
                          <a:ea typeface="Calibri"/>
                          <a:cs typeface="Calibri"/>
                          <a:sym typeface="Calibri"/>
                        </a:rPr>
                        <a:t>package ec.edu.monster.controladores.manejadoresws;</a:t>
                      </a:r>
                      <a:endParaRPr sz="1000">
                        <a:solidFill>
                          <a:srgbClr val="4F81BD"/>
                        </a:solidFill>
                        <a:latin typeface="Calibri"/>
                        <a:ea typeface="Calibri"/>
                        <a:cs typeface="Calibri"/>
                        <a:sym typeface="Calibri"/>
                      </a:endParaRPr>
                    </a:p>
                    <a:p>
                      <a:pPr indent="0" lvl="0" marL="0" rtl="0" algn="l">
                        <a:spcBef>
                          <a:spcPts val="0"/>
                        </a:spcBef>
                        <a:spcAft>
                          <a:spcPts val="0"/>
                        </a:spcAft>
                        <a:buNone/>
                      </a:pPr>
                      <a:r>
                        <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import ec.edu.monster.seguridad.AdministradorTokens;</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import jakarta.xml.ws.handler.soap.SOAPHandler;</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import jakarta.xml.ws.handler.soap.SOAPMessageContext;</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import jakarta.xml.ws.handler.MessageContext;</a:t>
                      </a:r>
                      <a:endParaRPr sz="1000">
                        <a:solidFill>
                          <a:srgbClr val="4F81BD"/>
                        </a:solidFill>
                        <a:latin typeface="Calibri"/>
                        <a:ea typeface="Calibri"/>
                        <a:cs typeface="Calibri"/>
                        <a:sym typeface="Calibri"/>
                      </a:endParaRPr>
                    </a:p>
                    <a:p>
                      <a:pPr indent="0" lvl="0" marL="0" rtl="0" algn="l">
                        <a:spcBef>
                          <a:spcPts val="0"/>
                        </a:spcBef>
                        <a:spcAft>
                          <a:spcPts val="0"/>
                        </a:spcAft>
                        <a:buNone/>
                      </a:pPr>
                      <a:r>
                        <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import javax.xml.namespace.QName;</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import org.w3c.dom.NodeList;</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import java.util.Set;</a:t>
                      </a:r>
                      <a:endParaRPr sz="1000">
                        <a:solidFill>
                          <a:srgbClr val="4F81BD"/>
                        </a:solidFill>
                        <a:latin typeface="Calibri"/>
                        <a:ea typeface="Calibri"/>
                        <a:cs typeface="Calibri"/>
                        <a:sym typeface="Calibri"/>
                      </a:endParaRPr>
                    </a:p>
                    <a:p>
                      <a:pPr indent="0" lvl="0" marL="0" rtl="0" algn="l">
                        <a:spcBef>
                          <a:spcPts val="0"/>
                        </a:spcBef>
                        <a:spcAft>
                          <a:spcPts val="0"/>
                        </a:spcAft>
                        <a:buNone/>
                      </a:pPr>
                      <a:r>
                        <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public class ManejadorAutenticacion implements SOAPHandler&lt;SOAPMessageContext&gt; {</a:t>
                      </a:r>
                      <a:endParaRPr sz="1000">
                        <a:solidFill>
                          <a:srgbClr val="4F81BD"/>
                        </a:solidFill>
                        <a:latin typeface="Calibri"/>
                        <a:ea typeface="Calibri"/>
                        <a:cs typeface="Calibri"/>
                        <a:sym typeface="Calibri"/>
                      </a:endParaRPr>
                    </a:p>
                    <a:p>
                      <a:pPr indent="0" lvl="0" marL="0" rtl="0" algn="l">
                        <a:spcBef>
                          <a:spcPts val="0"/>
                        </a:spcBef>
                        <a:spcAft>
                          <a:spcPts val="0"/>
                        </a:spcAft>
                        <a:buNone/>
                      </a:pPr>
                      <a:r>
                        <a:t/>
                      </a:r>
                      <a:endParaRPr sz="1000">
                        <a:solidFill>
                          <a:srgbClr val="4F81BD"/>
                        </a:solidFill>
                        <a:latin typeface="Calibri"/>
                        <a:ea typeface="Calibri"/>
                        <a:cs typeface="Calibri"/>
                        <a:sym typeface="Calibri"/>
                      </a:endParaRPr>
                    </a:p>
                  </a:txBody>
                  <a:tcPr marT="63500" marB="63500" marR="63500" marL="63500"/>
                </a:tc>
              </a:tr>
            </a:tbl>
          </a:graphicData>
        </a:graphic>
      </p:graphicFrame>
      <p:pic>
        <p:nvPicPr>
          <p:cNvPr id="225" name="Picture 224" descr="image.png"/>
          <p:cNvPicPr>
            <a:picLocks noChangeAspect="1"/>
          </p:cNvPicPr>
          <p:nvPr/>
        </p:nvPicPr>
        <p:blipFill>
          <a:blip r:embed="rId4"/>
          <a:stretch>
            <a:fillRect/>
          </a:stretch>
        </p:blipFill>
        <p:spPr>
          <a:xfrm>
            <a:off x="653100" y="3013525"/>
            <a:ext cx="5734050" cy="1381125"/>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29"/>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230" name="Google Shape;230;p29"/>
          <p:cNvSpPr txBox="1"/>
          <p:nvPr>
            <p:ph idx="1" type="body"/>
          </p:nvPr>
        </p:nvSpPr>
        <p:spPr>
          <a:xfrm>
            <a:off x="581200" y="1876275"/>
            <a:ext cx="2132400" cy="4701300"/>
          </a:xfrm>
          <a:prstGeom prst="rect">
            <a:avLst/>
          </a:prstGeom>
          <a:noFill/>
          <a:ln>
            <a:noFill/>
          </a:ln>
        </p:spPr>
        <p:txBody>
          <a:bodyPr anchorCtr="0" anchor="ctr" bIns="45700" lIns="91425" spcFirstLastPara="1" rIns="91425" wrap="square" tIns="45700">
            <a:normAutofit/>
          </a:bodyPr>
          <a:lstStyle/>
          <a:p>
            <a:pPr indent="-327406" lvl="0" marL="457200" rtl="0" algn="just">
              <a:lnSpc>
                <a:spcPct val="107000"/>
              </a:lnSpc>
              <a:spcBef>
                <a:spcPts val="0"/>
              </a:spcBef>
              <a:spcAft>
                <a:spcPts val="0"/>
              </a:spcAft>
              <a:buSzPts val="1556"/>
              <a:buChar char="∙"/>
            </a:pPr>
            <a:r>
              <a:rPr lang="es-ES" sz="1200">
                <a:latin typeface="Cambria"/>
                <a:ea typeface="Cambria"/>
                <a:cs typeface="Cambria"/>
                <a:sym typeface="Cambria"/>
              </a:rPr>
              <a:t>Esta clase contiene la lógica que se puede observar en la Tabla junto a la complementaria para gestionar la autenticación con tokens y la autenticación que maneja credenciales quemadas en código.</a:t>
            </a:r>
            <a:endParaRPr sz="1300">
              <a:latin typeface="Cambria"/>
              <a:ea typeface="Cambria"/>
              <a:cs typeface="Cambria"/>
              <a:sym typeface="Cambria"/>
            </a:endParaRPr>
          </a:p>
        </p:txBody>
      </p:sp>
      <p:sp>
        <p:nvSpPr>
          <p:cNvPr id="231" name="Google Shape;231;p29"/>
          <p:cNvSpPr/>
          <p:nvPr/>
        </p:nvSpPr>
        <p:spPr>
          <a:xfrm>
            <a:off x="9383697" y="0"/>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400"/>
              <a:buFont typeface="Arial"/>
              <a:buNone/>
            </a:pPr>
            <a:r>
              <a:t/>
            </a:r>
            <a:endParaRPr/>
          </a:p>
          <a:p>
            <a:pPr indent="-306000" lvl="0" marL="3060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DESARROLLO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rgbClr val="FFFF00"/>
              </a:buClr>
              <a:buSzPts val="1104"/>
              <a:buFont typeface="Noto Sans Symbols"/>
              <a:buChar char="◼"/>
            </a:pPr>
            <a:r>
              <a:rPr b="1" lang="es-ES" sz="1200">
                <a:solidFill>
                  <a:srgbClr val="FFFF00"/>
                </a:solidFill>
                <a:latin typeface="Gill Sans"/>
                <a:ea typeface="Gill Sans"/>
                <a:cs typeface="Gill Sans"/>
                <a:sym typeface="Gill Sans"/>
              </a:rPr>
              <a:t>CREACIÓN DEL SERVIDOR RESTful</a:t>
            </a:r>
            <a:endParaRPr>
              <a:solidFill>
                <a:srgbClr val="FFFF00"/>
              </a:solidFill>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12096" lvl="1" marL="763200" rtl="0" algn="l">
              <a:spcBef>
                <a:spcPts val="840"/>
              </a:spcBef>
              <a:spcAft>
                <a:spcPts val="0"/>
              </a:spcAft>
              <a:buClr>
                <a:schemeClr val="accent2"/>
              </a:buClr>
              <a:buSzPts val="1200"/>
              <a:buFont typeface="Gill Sans"/>
              <a:buChar char="◼"/>
            </a:pPr>
            <a:r>
              <a:rPr b="1" lang="es-ES" sz="1200">
                <a:solidFill>
                  <a:schemeClr val="lt1"/>
                </a:solidFill>
                <a:latin typeface="Gill Sans"/>
                <a:ea typeface="Gill Sans"/>
                <a:cs typeface="Gill Sans"/>
                <a:sym typeface="Gill Sans"/>
              </a:rPr>
              <a:t>CREACIÓN DEL PROYECTO MAUI</a:t>
            </a:r>
            <a:endParaRPr b="1" sz="1200">
              <a:solidFill>
                <a:schemeClr val="lt1"/>
              </a:solidFill>
              <a:latin typeface="Gill Sans"/>
              <a:ea typeface="Gill Sans"/>
              <a:cs typeface="Gill Sans"/>
              <a:sym typeface="Gill Sans"/>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MOVIL</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CONCLUSIONES</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RECOMENDACIONES</a:t>
            </a:r>
            <a:endParaRPr/>
          </a:p>
          <a:p>
            <a:pPr indent="0" lvl="0" marL="457200" rtl="0" algn="l">
              <a:spcBef>
                <a:spcPts val="840"/>
              </a:spcBef>
              <a:spcAft>
                <a:spcPts val="0"/>
              </a:spcAft>
              <a:buClr>
                <a:srgbClr val="000000"/>
              </a:buClr>
              <a:buSzPts val="1400"/>
              <a:buFont typeface="Arial"/>
              <a:buNone/>
            </a:pPr>
            <a:r>
              <a:t/>
            </a:r>
            <a:endParaRPr/>
          </a:p>
          <a:p>
            <a:pPr indent="0" lvl="0" marL="457200" rtl="0" algn="l">
              <a:spcBef>
                <a:spcPts val="840"/>
              </a:spcBef>
              <a:spcAft>
                <a:spcPts val="0"/>
              </a:spcAft>
              <a:buClr>
                <a:srgbClr val="000000"/>
              </a:buClr>
              <a:buSzPts val="1400"/>
              <a:buFont typeface="Arial"/>
              <a:buNone/>
            </a:pPr>
            <a:r>
              <a:t/>
            </a:r>
            <a:endParaRPr/>
          </a:p>
          <a:p>
            <a:pPr indent="0" lvl="0" marL="457200" marR="0" rtl="0" algn="l">
              <a:lnSpc>
                <a:spcPct val="100000"/>
              </a:lnSpc>
              <a:spcBef>
                <a:spcPts val="840"/>
              </a:spcBef>
              <a:spcAft>
                <a:spcPts val="0"/>
              </a:spcAft>
              <a:buClr>
                <a:srgbClr val="000000"/>
              </a:buClr>
              <a:buSzPts val="1400"/>
              <a:buFont typeface="Arial"/>
              <a:buNone/>
            </a:pPr>
            <a:r>
              <a:t/>
            </a:r>
            <a:endParaRPr/>
          </a:p>
        </p:txBody>
      </p:sp>
      <p:graphicFrame>
        <p:nvGraphicFramePr>
          <p:cNvPr id="232" name="Google Shape;232;p29"/>
          <p:cNvGraphicFramePr/>
          <p:nvPr/>
        </p:nvGraphicFramePr>
        <p:xfrm>
          <a:off x="2964625" y="1876275"/>
          <a:ext cx="3000000" cy="3000000"/>
        </p:xfrm>
        <a:graphic>
          <a:graphicData uri="http://schemas.openxmlformats.org/drawingml/2006/table">
            <a:tbl>
              <a:tblPr>
                <a:noFill/>
                <a:tableStyleId>{BF136021-7255-42B7-A7E7-87A8D8FFE9CA}</a:tableStyleId>
              </a:tblPr>
              <a:tblGrid>
                <a:gridCol w="6062675"/>
              </a:tblGrid>
              <a:tr h="4701300">
                <a:tc>
                  <a:txBody>
                    <a:bodyPr/>
                    <a:lstStyle/>
                    <a:p>
                      <a:pPr indent="0" lvl="0" marL="0" rtl="0" algn="l">
                        <a:spcBef>
                          <a:spcPts val="0"/>
                        </a:spcBef>
                        <a:spcAft>
                          <a:spcPts val="0"/>
                        </a:spcAft>
                        <a:buNone/>
                      </a:pPr>
                      <a:r>
                        <a:rPr lang="es-ES" sz="900">
                          <a:solidFill>
                            <a:srgbClr val="4F81BD"/>
                          </a:solidFill>
                          <a:latin typeface="Calibri"/>
                          <a:ea typeface="Calibri"/>
                          <a:cs typeface="Calibri"/>
                          <a:sym typeface="Calibri"/>
                        </a:rPr>
                        <a:t>@Override</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public boolean handleMessage(SOAPMessageContext contexto) {</a:t>
                      </a:r>
                      <a:endParaRPr sz="900">
                        <a:solidFill>
                          <a:srgbClr val="4F81BD"/>
                        </a:solidFill>
                        <a:latin typeface="Calibri"/>
                        <a:ea typeface="Calibri"/>
                        <a:cs typeface="Calibri"/>
                        <a:sym typeface="Calibri"/>
                      </a:endParaRPr>
                    </a:p>
                    <a:p>
                      <a:pPr indent="0" lvl="0" marL="0" rtl="0" algn="l">
                        <a:spcBef>
                          <a:spcPts val="0"/>
                        </a:spcBef>
                        <a:spcAft>
                          <a:spcPts val="0"/>
                        </a:spcAft>
                        <a:buNone/>
                      </a:pPr>
                      <a:r>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Boolean esSalida = (Boolean) contexto.get(MessageContext.MESSAGE_OUTBOUND_PROPERTY);</a:t>
                      </a:r>
                      <a:endParaRPr sz="900">
                        <a:solidFill>
                          <a:srgbClr val="4F81BD"/>
                        </a:solidFill>
                        <a:latin typeface="Calibri"/>
                        <a:ea typeface="Calibri"/>
                        <a:cs typeface="Calibri"/>
                        <a:sym typeface="Calibri"/>
                      </a:endParaRPr>
                    </a:p>
                    <a:p>
                      <a:pPr indent="0" lvl="0" marL="0" rtl="0" algn="l">
                        <a:spcBef>
                          <a:spcPts val="0"/>
                        </a:spcBef>
                        <a:spcAft>
                          <a:spcPts val="0"/>
                        </a:spcAft>
                        <a:buNone/>
                      </a:pPr>
                      <a:r>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if (!esSalida)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try {</a:t>
                      </a:r>
                      <a:endParaRPr sz="900">
                        <a:solidFill>
                          <a:srgbClr val="4F81BD"/>
                        </a:solidFill>
                        <a:latin typeface="Calibri"/>
                        <a:ea typeface="Calibri"/>
                        <a:cs typeface="Calibri"/>
                        <a:sym typeface="Calibri"/>
                      </a:endParaRPr>
                    </a:p>
                    <a:p>
                      <a:pPr indent="0" lvl="0" marL="0" rtl="0" algn="l">
                        <a:spcBef>
                          <a:spcPts val="0"/>
                        </a:spcBef>
                        <a:spcAft>
                          <a:spcPts val="0"/>
                        </a:spcAft>
                        <a:buNone/>
                      </a:pPr>
                      <a:r>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QName operacion = (QName) contexto.get(MessageContext.WSDL_OPERATION);</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if (operacion != null &amp;&amp; "login".equals(operacion.getLocalPart()))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return true;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var mensajeSOAP = contexto.getMessage();</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var encabezado = mensajeSOAP.getSOAPHeader();</a:t>
                      </a:r>
                      <a:endParaRPr sz="900">
                        <a:solidFill>
                          <a:srgbClr val="4F81BD"/>
                        </a:solidFill>
                        <a:latin typeface="Calibri"/>
                        <a:ea typeface="Calibri"/>
                        <a:cs typeface="Calibri"/>
                        <a:sym typeface="Calibri"/>
                      </a:endParaRPr>
                    </a:p>
                    <a:p>
                      <a:pPr indent="0" lvl="0" marL="0" rtl="0" algn="l">
                        <a:spcBef>
                          <a:spcPts val="0"/>
                        </a:spcBef>
                        <a:spcAft>
                          <a:spcPts val="0"/>
                        </a:spcAft>
                        <a:buNone/>
                      </a:pPr>
                      <a:r>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if (encabezado == null)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throw new RuntimeException("Acceso denegado: Se requiere encabezado SOAP con el token de seguridad.");</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indent="0" lvl="0" marL="0" rtl="0" algn="l">
                        <a:spcBef>
                          <a:spcPts val="0"/>
                        </a:spcBef>
                        <a:spcAft>
                          <a:spcPts val="0"/>
                        </a:spcAft>
                        <a:buNone/>
                      </a:pPr>
                      <a:r>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NodeList nodosToken = encabezado.getElementsByTagNameNS("*", "token");</a:t>
                      </a:r>
                      <a:endParaRPr sz="900">
                        <a:solidFill>
                          <a:srgbClr val="4F81BD"/>
                        </a:solidFill>
                        <a:latin typeface="Calibri"/>
                        <a:ea typeface="Calibri"/>
                        <a:cs typeface="Calibri"/>
                        <a:sym typeface="Calibri"/>
                      </a:endParaRPr>
                    </a:p>
                    <a:p>
                      <a:pPr indent="0" lvl="0" marL="0" rtl="0" algn="l">
                        <a:spcBef>
                          <a:spcPts val="0"/>
                        </a:spcBef>
                        <a:spcAft>
                          <a:spcPts val="0"/>
                        </a:spcAft>
                        <a:buNone/>
                      </a:pPr>
                      <a:r>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if (nodosToken.getLength() == 0)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throw new RuntimeException("Acceso denegado: No se encontró el token. Inicie sesión primero.");</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indent="0" lvl="0" marL="0" rtl="0" algn="l">
                        <a:spcBef>
                          <a:spcPts val="0"/>
                        </a:spcBef>
                        <a:spcAft>
                          <a:spcPts val="0"/>
                        </a:spcAft>
                        <a:buNone/>
                      </a:pPr>
                      <a:r>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String token = nodosToken.item(0).getTextContent();</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if (!AdministradorTokens.validarToken(token))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throw new RuntimeException("Acceso denegado: Token inválido o expirado.");</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indent="0" lvl="0" marL="0" rtl="0" algn="l">
                        <a:spcBef>
                          <a:spcPts val="0"/>
                        </a:spcBef>
                        <a:spcAft>
                          <a:spcPts val="0"/>
                        </a:spcAft>
                        <a:buNone/>
                      </a:pPr>
                      <a:r>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 catch (Exception e)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throw new RuntimeException(e.getMessage());</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return true;</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txBody>
                  <a:tcPr marT="63500" marB="63500" marR="63500" marL="63500"/>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30"/>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238" name="Google Shape;238;p30"/>
          <p:cNvSpPr txBox="1"/>
          <p:nvPr>
            <p:ph idx="1" type="body"/>
          </p:nvPr>
        </p:nvSpPr>
        <p:spPr>
          <a:xfrm>
            <a:off x="581200" y="1876275"/>
            <a:ext cx="2132400" cy="4701300"/>
          </a:xfrm>
          <a:prstGeom prst="rect">
            <a:avLst/>
          </a:prstGeom>
          <a:noFill/>
          <a:ln>
            <a:noFill/>
          </a:ln>
        </p:spPr>
        <p:txBody>
          <a:bodyPr anchorCtr="0" anchor="ctr" bIns="45700" lIns="91425" spcFirstLastPara="1" rIns="91425" wrap="square" tIns="45700">
            <a:normAutofit/>
          </a:bodyPr>
          <a:lstStyle/>
          <a:p>
            <a:pPr indent="-327406" lvl="0" marL="457200" rtl="0" algn="just">
              <a:lnSpc>
                <a:spcPct val="107000"/>
              </a:lnSpc>
              <a:spcBef>
                <a:spcPts val="0"/>
              </a:spcBef>
              <a:spcAft>
                <a:spcPts val="0"/>
              </a:spcAft>
              <a:buSzPts val="1556"/>
              <a:buChar char="∙"/>
            </a:pPr>
            <a:r>
              <a:rPr lang="es-ES" sz="1200">
                <a:latin typeface="Cambria"/>
                <a:ea typeface="Cambria"/>
                <a:cs typeface="Cambria"/>
                <a:sym typeface="Cambria"/>
              </a:rPr>
              <a:t>Esta clase contiene la lógica que se puede observar en la Tabla junto a la complementaria para gestionar la autenticación con tokens y la autenticación que maneja credenciales quemadas en código.</a:t>
            </a:r>
            <a:endParaRPr sz="1300">
              <a:latin typeface="Cambria"/>
              <a:ea typeface="Cambria"/>
              <a:cs typeface="Cambria"/>
              <a:sym typeface="Cambria"/>
            </a:endParaRPr>
          </a:p>
        </p:txBody>
      </p:sp>
      <p:sp>
        <p:nvSpPr>
          <p:cNvPr id="239" name="Google Shape;239;p30"/>
          <p:cNvSpPr/>
          <p:nvPr/>
        </p:nvSpPr>
        <p:spPr>
          <a:xfrm>
            <a:off x="9383697" y="0"/>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400"/>
              <a:buFont typeface="Arial"/>
              <a:buNone/>
            </a:pPr>
            <a:r>
              <a:t/>
            </a:r>
            <a:endParaRPr/>
          </a:p>
          <a:p>
            <a:pPr indent="-306000" lvl="0" marL="3060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DESARROLLO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rgbClr val="FFFF00"/>
              </a:buClr>
              <a:buSzPts val="1104"/>
              <a:buFont typeface="Noto Sans Symbols"/>
              <a:buChar char="◼"/>
            </a:pPr>
            <a:r>
              <a:rPr b="1" lang="es-ES" sz="1200">
                <a:solidFill>
                  <a:srgbClr val="FFFF00"/>
                </a:solidFill>
                <a:latin typeface="Gill Sans"/>
                <a:ea typeface="Gill Sans"/>
                <a:cs typeface="Gill Sans"/>
                <a:sym typeface="Gill Sans"/>
              </a:rPr>
              <a:t>CREACIÓN DEL SERVIDOR RESTful</a:t>
            </a:r>
            <a:endParaRPr>
              <a:solidFill>
                <a:srgbClr val="FFFF00"/>
              </a:solidFill>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12096" lvl="1" marL="763200" rtl="0" algn="l">
              <a:spcBef>
                <a:spcPts val="840"/>
              </a:spcBef>
              <a:spcAft>
                <a:spcPts val="0"/>
              </a:spcAft>
              <a:buClr>
                <a:schemeClr val="accent2"/>
              </a:buClr>
              <a:buSzPts val="1200"/>
              <a:buFont typeface="Gill Sans"/>
              <a:buChar char="◼"/>
            </a:pPr>
            <a:r>
              <a:rPr b="1" lang="es-ES" sz="1200">
                <a:solidFill>
                  <a:schemeClr val="lt1"/>
                </a:solidFill>
                <a:latin typeface="Gill Sans"/>
                <a:ea typeface="Gill Sans"/>
                <a:cs typeface="Gill Sans"/>
                <a:sym typeface="Gill Sans"/>
              </a:rPr>
              <a:t>CREACIÓN DEL PROYECTO MAUI</a:t>
            </a:r>
            <a:endParaRPr b="1" sz="1200">
              <a:solidFill>
                <a:schemeClr val="lt1"/>
              </a:solidFill>
              <a:latin typeface="Gill Sans"/>
              <a:ea typeface="Gill Sans"/>
              <a:cs typeface="Gill Sans"/>
              <a:sym typeface="Gill Sans"/>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MOVIL</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CONCLUSIONES</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RECOMENDACIONES</a:t>
            </a:r>
            <a:endParaRPr/>
          </a:p>
          <a:p>
            <a:pPr indent="0" lvl="0" marL="457200" rtl="0" algn="l">
              <a:spcBef>
                <a:spcPts val="840"/>
              </a:spcBef>
              <a:spcAft>
                <a:spcPts val="0"/>
              </a:spcAft>
              <a:buClr>
                <a:srgbClr val="000000"/>
              </a:buClr>
              <a:buSzPts val="1400"/>
              <a:buFont typeface="Arial"/>
              <a:buNone/>
            </a:pPr>
            <a:r>
              <a:t/>
            </a:r>
            <a:endParaRPr/>
          </a:p>
          <a:p>
            <a:pPr indent="0" lvl="0" marL="457200" rtl="0" algn="l">
              <a:spcBef>
                <a:spcPts val="840"/>
              </a:spcBef>
              <a:spcAft>
                <a:spcPts val="0"/>
              </a:spcAft>
              <a:buClr>
                <a:srgbClr val="000000"/>
              </a:buClr>
              <a:buSzPts val="1400"/>
              <a:buFont typeface="Arial"/>
              <a:buNone/>
            </a:pPr>
            <a:r>
              <a:t/>
            </a:r>
            <a:endParaRPr/>
          </a:p>
          <a:p>
            <a:pPr indent="0" lvl="0" marL="457200" marR="0" rtl="0" algn="l">
              <a:lnSpc>
                <a:spcPct val="100000"/>
              </a:lnSpc>
              <a:spcBef>
                <a:spcPts val="840"/>
              </a:spcBef>
              <a:spcAft>
                <a:spcPts val="0"/>
              </a:spcAft>
              <a:buClr>
                <a:srgbClr val="000000"/>
              </a:buClr>
              <a:buSzPts val="1400"/>
              <a:buFont typeface="Arial"/>
              <a:buNone/>
            </a:pPr>
            <a:r>
              <a:t/>
            </a:r>
            <a:endParaRPr/>
          </a:p>
        </p:txBody>
      </p:sp>
      <p:graphicFrame>
        <p:nvGraphicFramePr>
          <p:cNvPr id="240" name="Google Shape;240;p30"/>
          <p:cNvGraphicFramePr/>
          <p:nvPr/>
        </p:nvGraphicFramePr>
        <p:xfrm>
          <a:off x="3064663" y="2920413"/>
          <a:ext cx="3000000" cy="3000000"/>
        </p:xfrm>
        <a:graphic>
          <a:graphicData uri="http://schemas.openxmlformats.org/drawingml/2006/table">
            <a:tbl>
              <a:tblPr>
                <a:noFill/>
                <a:tableStyleId>{BF136021-7255-42B7-A7E7-87A8D8FFE9CA}</a:tableStyleId>
              </a:tblPr>
              <a:tblGrid>
                <a:gridCol w="6062675"/>
              </a:tblGrid>
              <a:tr h="1951625">
                <a:tc>
                  <a:txBody>
                    <a:bodyPr/>
                    <a:lstStyle/>
                    <a:p>
                      <a:pPr indent="0" lvl="0" marL="0" rtl="0" algn="l">
                        <a:spcBef>
                          <a:spcPts val="0"/>
                        </a:spcBef>
                        <a:spcAft>
                          <a:spcPts val="0"/>
                        </a:spcAft>
                        <a:buNone/>
                      </a:pPr>
                      <a:r>
                        <a:rPr lang="es-ES" sz="1200">
                          <a:solidFill>
                            <a:srgbClr val="4F81BD"/>
                          </a:solidFill>
                          <a:latin typeface="Calibri"/>
                          <a:ea typeface="Calibri"/>
                          <a:cs typeface="Calibri"/>
                          <a:sym typeface="Calibri"/>
                        </a:rPr>
                        <a:t> @Override</a:t>
                      </a:r>
                      <a:endParaRPr sz="1200">
                        <a:solidFill>
                          <a:srgbClr val="4F81BD"/>
                        </a:solidFill>
                        <a:latin typeface="Calibri"/>
                        <a:ea typeface="Calibri"/>
                        <a:cs typeface="Calibri"/>
                        <a:sym typeface="Calibri"/>
                      </a:endParaRPr>
                    </a:p>
                    <a:p>
                      <a:pPr indent="0" lvl="0" marL="0" rtl="0" algn="l">
                        <a:spcBef>
                          <a:spcPts val="0"/>
                        </a:spcBef>
                        <a:spcAft>
                          <a:spcPts val="0"/>
                        </a:spcAft>
                        <a:buNone/>
                      </a:pPr>
                      <a:r>
                        <a:rPr lang="es-ES" sz="1200">
                          <a:solidFill>
                            <a:srgbClr val="4F81BD"/>
                          </a:solidFill>
                          <a:latin typeface="Calibri"/>
                          <a:ea typeface="Calibri"/>
                          <a:cs typeface="Calibri"/>
                          <a:sym typeface="Calibri"/>
                        </a:rPr>
                        <a:t>    public Set&lt;QName&gt; getHeaders() {</a:t>
                      </a:r>
                      <a:endParaRPr sz="1200">
                        <a:solidFill>
                          <a:srgbClr val="4F81BD"/>
                        </a:solidFill>
                        <a:latin typeface="Calibri"/>
                        <a:ea typeface="Calibri"/>
                        <a:cs typeface="Calibri"/>
                        <a:sym typeface="Calibri"/>
                      </a:endParaRPr>
                    </a:p>
                    <a:p>
                      <a:pPr indent="0" lvl="0" marL="0" rtl="0" algn="l">
                        <a:spcBef>
                          <a:spcPts val="0"/>
                        </a:spcBef>
                        <a:spcAft>
                          <a:spcPts val="0"/>
                        </a:spcAft>
                        <a:buNone/>
                      </a:pPr>
                      <a:r>
                        <a:rPr lang="es-ES" sz="1200">
                          <a:solidFill>
                            <a:srgbClr val="4F81BD"/>
                          </a:solidFill>
                          <a:latin typeface="Calibri"/>
                          <a:ea typeface="Calibri"/>
                          <a:cs typeface="Calibri"/>
                          <a:sym typeface="Calibri"/>
                        </a:rPr>
                        <a:t>        return null;</a:t>
                      </a:r>
                      <a:endParaRPr sz="1200">
                        <a:solidFill>
                          <a:srgbClr val="4F81BD"/>
                        </a:solidFill>
                        <a:latin typeface="Calibri"/>
                        <a:ea typeface="Calibri"/>
                        <a:cs typeface="Calibri"/>
                        <a:sym typeface="Calibri"/>
                      </a:endParaRPr>
                    </a:p>
                    <a:p>
                      <a:pPr indent="0" lvl="0" marL="0" rtl="0" algn="l">
                        <a:spcBef>
                          <a:spcPts val="0"/>
                        </a:spcBef>
                        <a:spcAft>
                          <a:spcPts val="0"/>
                        </a:spcAft>
                        <a:buNone/>
                      </a:pPr>
                      <a:r>
                        <a:rPr lang="es-ES" sz="1200">
                          <a:solidFill>
                            <a:srgbClr val="4F81BD"/>
                          </a:solidFill>
                          <a:latin typeface="Calibri"/>
                          <a:ea typeface="Calibri"/>
                          <a:cs typeface="Calibri"/>
                          <a:sym typeface="Calibri"/>
                        </a:rPr>
                        <a:t>    }</a:t>
                      </a:r>
                      <a:endParaRPr sz="1200">
                        <a:solidFill>
                          <a:srgbClr val="4F81BD"/>
                        </a:solidFill>
                        <a:latin typeface="Calibri"/>
                        <a:ea typeface="Calibri"/>
                        <a:cs typeface="Calibri"/>
                        <a:sym typeface="Calibri"/>
                      </a:endParaRPr>
                    </a:p>
                    <a:p>
                      <a:pPr indent="0" lvl="0" marL="0" rtl="0" algn="l">
                        <a:spcBef>
                          <a:spcPts val="0"/>
                        </a:spcBef>
                        <a:spcAft>
                          <a:spcPts val="0"/>
                        </a:spcAft>
                        <a:buNone/>
                      </a:pPr>
                      <a:r>
                        <a:t/>
                      </a:r>
                      <a:endParaRPr sz="1200">
                        <a:solidFill>
                          <a:srgbClr val="4F81BD"/>
                        </a:solidFill>
                        <a:latin typeface="Calibri"/>
                        <a:ea typeface="Calibri"/>
                        <a:cs typeface="Calibri"/>
                        <a:sym typeface="Calibri"/>
                      </a:endParaRPr>
                    </a:p>
                    <a:p>
                      <a:pPr indent="0" lvl="0" marL="0" rtl="0" algn="l">
                        <a:spcBef>
                          <a:spcPts val="0"/>
                        </a:spcBef>
                        <a:spcAft>
                          <a:spcPts val="0"/>
                        </a:spcAft>
                        <a:buNone/>
                      </a:pPr>
                      <a:r>
                        <a:rPr lang="es-ES" sz="1200">
                          <a:solidFill>
                            <a:srgbClr val="4F81BD"/>
                          </a:solidFill>
                          <a:latin typeface="Calibri"/>
                          <a:ea typeface="Calibri"/>
                          <a:cs typeface="Calibri"/>
                          <a:sym typeface="Calibri"/>
                        </a:rPr>
                        <a:t>    @Override</a:t>
                      </a:r>
                      <a:endParaRPr sz="1200">
                        <a:solidFill>
                          <a:srgbClr val="4F81BD"/>
                        </a:solidFill>
                        <a:latin typeface="Calibri"/>
                        <a:ea typeface="Calibri"/>
                        <a:cs typeface="Calibri"/>
                        <a:sym typeface="Calibri"/>
                      </a:endParaRPr>
                    </a:p>
                    <a:p>
                      <a:pPr indent="0" lvl="0" marL="0" rtl="0" algn="l">
                        <a:spcBef>
                          <a:spcPts val="0"/>
                        </a:spcBef>
                        <a:spcAft>
                          <a:spcPts val="0"/>
                        </a:spcAft>
                        <a:buNone/>
                      </a:pPr>
                      <a:r>
                        <a:rPr lang="es-ES" sz="1200">
                          <a:solidFill>
                            <a:srgbClr val="4F81BD"/>
                          </a:solidFill>
                          <a:latin typeface="Calibri"/>
                          <a:ea typeface="Calibri"/>
                          <a:cs typeface="Calibri"/>
                          <a:sym typeface="Calibri"/>
                        </a:rPr>
                        <a:t>    public boolean handleFault(SOAPMessageContext contexto) {</a:t>
                      </a:r>
                      <a:endParaRPr sz="1200">
                        <a:solidFill>
                          <a:srgbClr val="4F81BD"/>
                        </a:solidFill>
                        <a:latin typeface="Calibri"/>
                        <a:ea typeface="Calibri"/>
                        <a:cs typeface="Calibri"/>
                        <a:sym typeface="Calibri"/>
                      </a:endParaRPr>
                    </a:p>
                    <a:p>
                      <a:pPr indent="0" lvl="0" marL="0" rtl="0" algn="l">
                        <a:spcBef>
                          <a:spcPts val="0"/>
                        </a:spcBef>
                        <a:spcAft>
                          <a:spcPts val="0"/>
                        </a:spcAft>
                        <a:buNone/>
                      </a:pPr>
                      <a:r>
                        <a:rPr lang="es-ES" sz="1200">
                          <a:solidFill>
                            <a:srgbClr val="4F81BD"/>
                          </a:solidFill>
                          <a:latin typeface="Calibri"/>
                          <a:ea typeface="Calibri"/>
                          <a:cs typeface="Calibri"/>
                          <a:sym typeface="Calibri"/>
                        </a:rPr>
                        <a:t>        return true;</a:t>
                      </a:r>
                      <a:endParaRPr sz="1200">
                        <a:solidFill>
                          <a:srgbClr val="4F81BD"/>
                        </a:solidFill>
                        <a:latin typeface="Calibri"/>
                        <a:ea typeface="Calibri"/>
                        <a:cs typeface="Calibri"/>
                        <a:sym typeface="Calibri"/>
                      </a:endParaRPr>
                    </a:p>
                    <a:p>
                      <a:pPr indent="0" lvl="0" marL="0" rtl="0" algn="l">
                        <a:spcBef>
                          <a:spcPts val="0"/>
                        </a:spcBef>
                        <a:spcAft>
                          <a:spcPts val="0"/>
                        </a:spcAft>
                        <a:buNone/>
                      </a:pPr>
                      <a:r>
                        <a:rPr lang="es-ES" sz="1200">
                          <a:solidFill>
                            <a:srgbClr val="4F81BD"/>
                          </a:solidFill>
                          <a:latin typeface="Calibri"/>
                          <a:ea typeface="Calibri"/>
                          <a:cs typeface="Calibri"/>
                          <a:sym typeface="Calibri"/>
                        </a:rPr>
                        <a:t>    }</a:t>
                      </a:r>
                      <a:endParaRPr sz="1200">
                        <a:solidFill>
                          <a:srgbClr val="4F81BD"/>
                        </a:solidFill>
                        <a:latin typeface="Calibri"/>
                        <a:ea typeface="Calibri"/>
                        <a:cs typeface="Calibri"/>
                        <a:sym typeface="Calibri"/>
                      </a:endParaRPr>
                    </a:p>
                    <a:p>
                      <a:pPr indent="0" lvl="0" marL="0" rtl="0" algn="l">
                        <a:spcBef>
                          <a:spcPts val="0"/>
                        </a:spcBef>
                        <a:spcAft>
                          <a:spcPts val="0"/>
                        </a:spcAft>
                        <a:buNone/>
                      </a:pPr>
                      <a:r>
                        <a:t/>
                      </a:r>
                      <a:endParaRPr sz="1200">
                        <a:solidFill>
                          <a:srgbClr val="4F81BD"/>
                        </a:solidFill>
                        <a:latin typeface="Calibri"/>
                        <a:ea typeface="Calibri"/>
                        <a:cs typeface="Calibri"/>
                        <a:sym typeface="Calibri"/>
                      </a:endParaRPr>
                    </a:p>
                    <a:p>
                      <a:pPr indent="0" lvl="0" marL="0" rtl="0" algn="l">
                        <a:spcBef>
                          <a:spcPts val="0"/>
                        </a:spcBef>
                        <a:spcAft>
                          <a:spcPts val="0"/>
                        </a:spcAft>
                        <a:buNone/>
                      </a:pPr>
                      <a:r>
                        <a:rPr lang="es-ES" sz="1200">
                          <a:solidFill>
                            <a:srgbClr val="4F81BD"/>
                          </a:solidFill>
                          <a:latin typeface="Calibri"/>
                          <a:ea typeface="Calibri"/>
                          <a:cs typeface="Calibri"/>
                          <a:sym typeface="Calibri"/>
                        </a:rPr>
                        <a:t>    @Override</a:t>
                      </a:r>
                      <a:endParaRPr sz="1200">
                        <a:solidFill>
                          <a:srgbClr val="4F81BD"/>
                        </a:solidFill>
                        <a:latin typeface="Calibri"/>
                        <a:ea typeface="Calibri"/>
                        <a:cs typeface="Calibri"/>
                        <a:sym typeface="Calibri"/>
                      </a:endParaRPr>
                    </a:p>
                    <a:p>
                      <a:pPr indent="0" lvl="0" marL="0" rtl="0" algn="l">
                        <a:spcBef>
                          <a:spcPts val="0"/>
                        </a:spcBef>
                        <a:spcAft>
                          <a:spcPts val="0"/>
                        </a:spcAft>
                        <a:buNone/>
                      </a:pPr>
                      <a:r>
                        <a:rPr lang="es-ES" sz="1200">
                          <a:solidFill>
                            <a:srgbClr val="4F81BD"/>
                          </a:solidFill>
                          <a:latin typeface="Calibri"/>
                          <a:ea typeface="Calibri"/>
                          <a:cs typeface="Calibri"/>
                          <a:sym typeface="Calibri"/>
                        </a:rPr>
                        <a:t>    public void close(MessageContext contexto) {}</a:t>
                      </a:r>
                      <a:endParaRPr sz="1200">
                        <a:solidFill>
                          <a:srgbClr val="4F81BD"/>
                        </a:solidFill>
                        <a:latin typeface="Calibri"/>
                        <a:ea typeface="Calibri"/>
                        <a:cs typeface="Calibri"/>
                        <a:sym typeface="Calibri"/>
                      </a:endParaRPr>
                    </a:p>
                    <a:p>
                      <a:pPr indent="0" lvl="0" marL="0" rtl="0" algn="l">
                        <a:spcBef>
                          <a:spcPts val="0"/>
                        </a:spcBef>
                        <a:spcAft>
                          <a:spcPts val="0"/>
                        </a:spcAft>
                        <a:buNone/>
                      </a:pPr>
                      <a:r>
                        <a:rPr lang="es-ES" sz="1200">
                          <a:solidFill>
                            <a:srgbClr val="4F81BD"/>
                          </a:solidFill>
                          <a:latin typeface="Calibri"/>
                          <a:ea typeface="Calibri"/>
                          <a:cs typeface="Calibri"/>
                          <a:sym typeface="Calibri"/>
                        </a:rPr>
                        <a:t>}</a:t>
                      </a:r>
                      <a:endParaRPr sz="1200">
                        <a:solidFill>
                          <a:srgbClr val="4F81BD"/>
                        </a:solidFill>
                        <a:latin typeface="Calibri"/>
                        <a:ea typeface="Calibri"/>
                        <a:cs typeface="Calibri"/>
                        <a:sym typeface="Calibri"/>
                      </a:endParaRPr>
                    </a:p>
                    <a:p>
                      <a:pPr indent="0" lvl="0" marL="0" rtl="0" algn="l">
                        <a:spcBef>
                          <a:spcPts val="0"/>
                        </a:spcBef>
                        <a:spcAft>
                          <a:spcPts val="0"/>
                        </a:spcAft>
                        <a:buNone/>
                      </a:pPr>
                      <a:r>
                        <a:t/>
                      </a:r>
                      <a:endParaRPr sz="900">
                        <a:solidFill>
                          <a:srgbClr val="4F81BD"/>
                        </a:solidFill>
                        <a:latin typeface="Calibri"/>
                        <a:ea typeface="Calibri"/>
                        <a:cs typeface="Calibri"/>
                        <a:sym typeface="Calibri"/>
                      </a:endParaRPr>
                    </a:p>
                  </a:txBody>
                  <a:tcPr marT="63500" marB="63500" marR="63500" marL="63500"/>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31"/>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246" name="Google Shape;246;p31"/>
          <p:cNvSpPr txBox="1"/>
          <p:nvPr>
            <p:ph idx="1" type="body"/>
          </p:nvPr>
        </p:nvSpPr>
        <p:spPr>
          <a:xfrm>
            <a:off x="581200" y="3037175"/>
            <a:ext cx="2132400" cy="2605800"/>
          </a:xfrm>
          <a:prstGeom prst="rect">
            <a:avLst/>
          </a:prstGeom>
          <a:noFill/>
          <a:ln>
            <a:noFill/>
          </a:ln>
        </p:spPr>
        <p:txBody>
          <a:bodyPr anchorCtr="0" anchor="ctr" bIns="45700" lIns="91425" spcFirstLastPara="1" rIns="91425" wrap="square" tIns="45700">
            <a:normAutofit lnSpcReduction="20000"/>
          </a:bodyPr>
          <a:lstStyle/>
          <a:p>
            <a:pPr indent="-342900" lvl="0" marL="342900" rtl="0" algn="just">
              <a:lnSpc>
                <a:spcPct val="107000"/>
              </a:lnSpc>
              <a:spcBef>
                <a:spcPts val="0"/>
              </a:spcBef>
              <a:spcAft>
                <a:spcPts val="0"/>
              </a:spcAft>
              <a:buSzPts val="1785"/>
              <a:buChar char="∙"/>
            </a:pPr>
            <a:r>
              <a:rPr b="1" lang="es-ES" sz="1929">
                <a:latin typeface="Cambria"/>
                <a:ea typeface="Cambria"/>
                <a:cs typeface="Cambria"/>
                <a:sym typeface="Cambria"/>
              </a:rPr>
              <a:t>1.2.5	Lógica</a:t>
            </a:r>
            <a:endParaRPr>
              <a:latin typeface="Cambria"/>
              <a:ea typeface="Cambria"/>
              <a:cs typeface="Cambria"/>
              <a:sym typeface="Cambria"/>
            </a:endParaRPr>
          </a:p>
          <a:p>
            <a:pPr indent="0" lvl="0" marL="0" rtl="0" algn="just">
              <a:lnSpc>
                <a:spcPct val="107000"/>
              </a:lnSpc>
              <a:spcBef>
                <a:spcPts val="0"/>
              </a:spcBef>
              <a:spcAft>
                <a:spcPts val="0"/>
              </a:spcAft>
              <a:buNone/>
            </a:pPr>
            <a:r>
              <a:t/>
            </a:r>
            <a:endParaRPr sz="1200">
              <a:latin typeface="Cambria"/>
              <a:ea typeface="Cambria"/>
              <a:cs typeface="Cambria"/>
              <a:sym typeface="Cambria"/>
            </a:endParaRPr>
          </a:p>
          <a:p>
            <a:pPr indent="0" lvl="0" marL="0" rtl="0" algn="just">
              <a:lnSpc>
                <a:spcPct val="107000"/>
              </a:lnSpc>
              <a:spcBef>
                <a:spcPts val="0"/>
              </a:spcBef>
              <a:spcAft>
                <a:spcPts val="0"/>
              </a:spcAft>
              <a:buNone/>
            </a:pPr>
            <a:r>
              <a:rPr lang="es-ES" sz="1200">
                <a:latin typeface="Cambria"/>
                <a:ea typeface="Cambria"/>
                <a:cs typeface="Cambria"/>
                <a:sym typeface="Cambria"/>
              </a:rPr>
              <a:t>Ahora se procede a completar el resto de la lógica, donde las utilidades exponen la lógica (utilizando factores de conversión y fórmulas) como se puede ver en las tablas aplicando una interfaz con el fin de hacer que los servicios puedan inyectar cualquier tipo de conversión sin limitarse a uno en concreto como se puede ver en la Tabla del Servicio</a:t>
            </a:r>
            <a:endParaRPr sz="1300">
              <a:latin typeface="Cambria"/>
              <a:ea typeface="Cambria"/>
              <a:cs typeface="Cambria"/>
              <a:sym typeface="Cambria"/>
            </a:endParaRPr>
          </a:p>
        </p:txBody>
      </p:sp>
      <p:sp>
        <p:nvSpPr>
          <p:cNvPr id="247" name="Google Shape;247;p31"/>
          <p:cNvSpPr/>
          <p:nvPr/>
        </p:nvSpPr>
        <p:spPr>
          <a:xfrm>
            <a:off x="9383697" y="0"/>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400"/>
              <a:buFont typeface="Arial"/>
              <a:buNone/>
            </a:pPr>
            <a:r>
              <a:t/>
            </a:r>
            <a:endParaRPr/>
          </a:p>
          <a:p>
            <a:pPr indent="-306000" lvl="0" marL="3060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DESARROLLO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rgbClr val="FFFF00"/>
              </a:buClr>
              <a:buSzPts val="1104"/>
              <a:buFont typeface="Noto Sans Symbols"/>
              <a:buChar char="◼"/>
            </a:pPr>
            <a:r>
              <a:rPr b="1" lang="es-ES" sz="1200">
                <a:solidFill>
                  <a:srgbClr val="FFFF00"/>
                </a:solidFill>
                <a:latin typeface="Gill Sans"/>
                <a:ea typeface="Gill Sans"/>
                <a:cs typeface="Gill Sans"/>
                <a:sym typeface="Gill Sans"/>
              </a:rPr>
              <a:t>CREACIÓN DEL SERVIDOR RESTful</a:t>
            </a:r>
            <a:endParaRPr>
              <a:solidFill>
                <a:srgbClr val="FFFF00"/>
              </a:solidFill>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12096" lvl="1" marL="763200" rtl="0" algn="l">
              <a:spcBef>
                <a:spcPts val="840"/>
              </a:spcBef>
              <a:spcAft>
                <a:spcPts val="0"/>
              </a:spcAft>
              <a:buClr>
                <a:schemeClr val="accent2"/>
              </a:buClr>
              <a:buSzPts val="1200"/>
              <a:buFont typeface="Gill Sans"/>
              <a:buChar char="◼"/>
            </a:pPr>
            <a:r>
              <a:rPr b="1" lang="es-ES" sz="1200">
                <a:solidFill>
                  <a:schemeClr val="lt1"/>
                </a:solidFill>
                <a:latin typeface="Gill Sans"/>
                <a:ea typeface="Gill Sans"/>
                <a:cs typeface="Gill Sans"/>
                <a:sym typeface="Gill Sans"/>
              </a:rPr>
              <a:t>CREACIÓN DEL PROYECTO MAUI</a:t>
            </a:r>
            <a:endParaRPr b="1" sz="1200">
              <a:solidFill>
                <a:schemeClr val="lt1"/>
              </a:solidFill>
              <a:latin typeface="Gill Sans"/>
              <a:ea typeface="Gill Sans"/>
              <a:cs typeface="Gill Sans"/>
              <a:sym typeface="Gill Sans"/>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MOVIL</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CONCLUSIONES</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RECOMENDACIONES</a:t>
            </a:r>
            <a:endParaRPr/>
          </a:p>
          <a:p>
            <a:pPr indent="0" lvl="0" marL="457200" rtl="0" algn="l">
              <a:spcBef>
                <a:spcPts val="840"/>
              </a:spcBef>
              <a:spcAft>
                <a:spcPts val="0"/>
              </a:spcAft>
              <a:buClr>
                <a:srgbClr val="000000"/>
              </a:buClr>
              <a:buSzPts val="1400"/>
              <a:buFont typeface="Arial"/>
              <a:buNone/>
            </a:pPr>
            <a:r>
              <a:t/>
            </a:r>
            <a:endParaRPr/>
          </a:p>
          <a:p>
            <a:pPr indent="0" lvl="0" marL="457200" rtl="0" algn="l">
              <a:spcBef>
                <a:spcPts val="840"/>
              </a:spcBef>
              <a:spcAft>
                <a:spcPts val="0"/>
              </a:spcAft>
              <a:buClr>
                <a:srgbClr val="000000"/>
              </a:buClr>
              <a:buSzPts val="1400"/>
              <a:buFont typeface="Arial"/>
              <a:buNone/>
            </a:pPr>
            <a:r>
              <a:t/>
            </a:r>
            <a:endParaRPr/>
          </a:p>
          <a:p>
            <a:pPr indent="0" lvl="0" marL="457200" marR="0" rtl="0" algn="l">
              <a:lnSpc>
                <a:spcPct val="100000"/>
              </a:lnSpc>
              <a:spcBef>
                <a:spcPts val="840"/>
              </a:spcBef>
              <a:spcAft>
                <a:spcPts val="0"/>
              </a:spcAft>
              <a:buClr>
                <a:srgbClr val="000000"/>
              </a:buClr>
              <a:buSzPts val="1400"/>
              <a:buFont typeface="Arial"/>
              <a:buNone/>
            </a:pPr>
            <a:r>
              <a:t/>
            </a:r>
            <a:endParaRPr/>
          </a:p>
        </p:txBody>
      </p:sp>
      <p:graphicFrame>
        <p:nvGraphicFramePr>
          <p:cNvPr id="248" name="Google Shape;248;p31"/>
          <p:cNvGraphicFramePr/>
          <p:nvPr/>
        </p:nvGraphicFramePr>
        <p:xfrm>
          <a:off x="3017313" y="3676500"/>
          <a:ext cx="3000000" cy="3000000"/>
        </p:xfrm>
        <a:graphic>
          <a:graphicData uri="http://schemas.openxmlformats.org/drawingml/2006/table">
            <a:tbl>
              <a:tblPr>
                <a:noFill/>
                <a:tableStyleId>{BF136021-7255-42B7-A7E7-87A8D8FFE9CA}</a:tableStyleId>
              </a:tblPr>
              <a:tblGrid>
                <a:gridCol w="6062675"/>
              </a:tblGrid>
              <a:tr h="1160900">
                <a:tc>
                  <a:txBody>
                    <a:bodyPr/>
                    <a:lstStyle/>
                    <a:p>
                      <a:pPr indent="0" lvl="0" marL="0" rtl="0" algn="l">
                        <a:spcBef>
                          <a:spcPts val="0"/>
                        </a:spcBef>
                        <a:spcAft>
                          <a:spcPts val="0"/>
                        </a:spcAft>
                        <a:buNone/>
                      </a:pPr>
                      <a:r>
                        <a:rPr lang="es-ES" sz="1200">
                          <a:solidFill>
                            <a:srgbClr val="4F81BD"/>
                          </a:solidFill>
                          <a:latin typeface="Calibri"/>
                          <a:ea typeface="Calibri"/>
                          <a:cs typeface="Calibri"/>
                          <a:sym typeface="Calibri"/>
                        </a:rPr>
                        <a:t>package ec.edu.monster.modelos.utilidades;</a:t>
                      </a:r>
                      <a:endParaRPr sz="1200">
                        <a:solidFill>
                          <a:srgbClr val="4F81BD"/>
                        </a:solidFill>
                        <a:latin typeface="Calibri"/>
                        <a:ea typeface="Calibri"/>
                        <a:cs typeface="Calibri"/>
                        <a:sym typeface="Calibri"/>
                      </a:endParaRPr>
                    </a:p>
                    <a:p>
                      <a:pPr indent="0" lvl="0" marL="0" rtl="0" algn="l">
                        <a:spcBef>
                          <a:spcPts val="0"/>
                        </a:spcBef>
                        <a:spcAft>
                          <a:spcPts val="0"/>
                        </a:spcAft>
                        <a:buNone/>
                      </a:pPr>
                      <a:r>
                        <a:t/>
                      </a:r>
                      <a:endParaRPr sz="1200">
                        <a:solidFill>
                          <a:srgbClr val="4F81BD"/>
                        </a:solidFill>
                        <a:latin typeface="Calibri"/>
                        <a:ea typeface="Calibri"/>
                        <a:cs typeface="Calibri"/>
                        <a:sym typeface="Calibri"/>
                      </a:endParaRPr>
                    </a:p>
                    <a:p>
                      <a:pPr indent="0" lvl="0" marL="0" rtl="0" algn="l">
                        <a:spcBef>
                          <a:spcPts val="0"/>
                        </a:spcBef>
                        <a:spcAft>
                          <a:spcPts val="0"/>
                        </a:spcAft>
                        <a:buNone/>
                      </a:pPr>
                      <a:r>
                        <a:rPr lang="es-ES" sz="1200">
                          <a:solidFill>
                            <a:srgbClr val="4F81BD"/>
                          </a:solidFill>
                          <a:latin typeface="Calibri"/>
                          <a:ea typeface="Calibri"/>
                          <a:cs typeface="Calibri"/>
                          <a:sym typeface="Calibri"/>
                        </a:rPr>
                        <a:t>public interface IConversor&lt;T&gt; {</a:t>
                      </a:r>
                      <a:endParaRPr sz="1200">
                        <a:solidFill>
                          <a:srgbClr val="4F81BD"/>
                        </a:solidFill>
                        <a:latin typeface="Calibri"/>
                        <a:ea typeface="Calibri"/>
                        <a:cs typeface="Calibri"/>
                        <a:sym typeface="Calibri"/>
                      </a:endParaRPr>
                    </a:p>
                    <a:p>
                      <a:pPr indent="0" lvl="0" marL="0" rtl="0" algn="l">
                        <a:spcBef>
                          <a:spcPts val="0"/>
                        </a:spcBef>
                        <a:spcAft>
                          <a:spcPts val="0"/>
                        </a:spcAft>
                        <a:buNone/>
                      </a:pPr>
                      <a:r>
                        <a:t/>
                      </a:r>
                      <a:endParaRPr sz="1200">
                        <a:solidFill>
                          <a:srgbClr val="4F81BD"/>
                        </a:solidFill>
                        <a:latin typeface="Calibri"/>
                        <a:ea typeface="Calibri"/>
                        <a:cs typeface="Calibri"/>
                        <a:sym typeface="Calibri"/>
                      </a:endParaRPr>
                    </a:p>
                    <a:p>
                      <a:pPr indent="0" lvl="0" marL="0" rtl="0" algn="l">
                        <a:spcBef>
                          <a:spcPts val="0"/>
                        </a:spcBef>
                        <a:spcAft>
                          <a:spcPts val="0"/>
                        </a:spcAft>
                        <a:buNone/>
                      </a:pPr>
                      <a:r>
                        <a:rPr lang="es-ES" sz="1200">
                          <a:solidFill>
                            <a:srgbClr val="4F81BD"/>
                          </a:solidFill>
                          <a:latin typeface="Calibri"/>
                          <a:ea typeface="Calibri"/>
                          <a:cs typeface="Calibri"/>
                          <a:sym typeface="Calibri"/>
                        </a:rPr>
                        <a:t>    public double convertir(double valor, T unidadInicial, T unidadFinal);</a:t>
                      </a:r>
                      <a:endParaRPr sz="1200">
                        <a:solidFill>
                          <a:srgbClr val="4F81BD"/>
                        </a:solidFill>
                        <a:latin typeface="Calibri"/>
                        <a:ea typeface="Calibri"/>
                        <a:cs typeface="Calibri"/>
                        <a:sym typeface="Calibri"/>
                      </a:endParaRPr>
                    </a:p>
                    <a:p>
                      <a:pPr indent="0" lvl="0" marL="0" rtl="0" algn="l">
                        <a:spcBef>
                          <a:spcPts val="0"/>
                        </a:spcBef>
                        <a:spcAft>
                          <a:spcPts val="0"/>
                        </a:spcAft>
                        <a:buNone/>
                      </a:pPr>
                      <a:r>
                        <a:rPr lang="es-ES" sz="1200">
                          <a:solidFill>
                            <a:srgbClr val="4F81BD"/>
                          </a:solidFill>
                          <a:latin typeface="Calibri"/>
                          <a:ea typeface="Calibri"/>
                          <a:cs typeface="Calibri"/>
                          <a:sym typeface="Calibri"/>
                        </a:rPr>
                        <a:t>    </a:t>
                      </a:r>
                      <a:endParaRPr sz="1200">
                        <a:solidFill>
                          <a:srgbClr val="4F81BD"/>
                        </a:solidFill>
                        <a:latin typeface="Calibri"/>
                        <a:ea typeface="Calibri"/>
                        <a:cs typeface="Calibri"/>
                        <a:sym typeface="Calibri"/>
                      </a:endParaRPr>
                    </a:p>
                    <a:p>
                      <a:pPr indent="0" lvl="0" marL="0" rtl="0" algn="l">
                        <a:spcBef>
                          <a:spcPts val="0"/>
                        </a:spcBef>
                        <a:spcAft>
                          <a:spcPts val="0"/>
                        </a:spcAft>
                        <a:buNone/>
                      </a:pPr>
                      <a:r>
                        <a:rPr lang="es-ES" sz="1200">
                          <a:solidFill>
                            <a:srgbClr val="4F81BD"/>
                          </a:solidFill>
                          <a:latin typeface="Calibri"/>
                          <a:ea typeface="Calibri"/>
                          <a:cs typeface="Calibri"/>
                          <a:sym typeface="Calibri"/>
                        </a:rPr>
                        <a:t>}</a:t>
                      </a:r>
                      <a:endParaRPr sz="900">
                        <a:solidFill>
                          <a:srgbClr val="4F81BD"/>
                        </a:solidFill>
                        <a:latin typeface="Calibri"/>
                        <a:ea typeface="Calibri"/>
                        <a:cs typeface="Calibri"/>
                        <a:sym typeface="Calibri"/>
                      </a:endParaRPr>
                    </a:p>
                  </a:txBody>
                  <a:tcPr marT="63500" marB="63500" marR="63500" marL="63500"/>
                </a:tc>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32"/>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254" name="Google Shape;254;p32"/>
          <p:cNvSpPr txBox="1"/>
          <p:nvPr>
            <p:ph idx="1" type="body"/>
          </p:nvPr>
        </p:nvSpPr>
        <p:spPr>
          <a:xfrm>
            <a:off x="581200" y="3037175"/>
            <a:ext cx="2132400" cy="2605800"/>
          </a:xfrm>
          <a:prstGeom prst="rect">
            <a:avLst/>
          </a:prstGeom>
          <a:noFill/>
          <a:ln>
            <a:noFill/>
          </a:ln>
        </p:spPr>
        <p:txBody>
          <a:bodyPr anchorCtr="0" anchor="ctr" bIns="45700" lIns="91425" spcFirstLastPara="1" rIns="91425" wrap="square" tIns="45700">
            <a:normAutofit lnSpcReduction="10000"/>
          </a:bodyPr>
          <a:lstStyle/>
          <a:p>
            <a:pPr indent="0" lvl="0" marL="0" rtl="0" algn="just">
              <a:lnSpc>
                <a:spcPct val="107000"/>
              </a:lnSpc>
              <a:spcBef>
                <a:spcPts val="0"/>
              </a:spcBef>
              <a:spcAft>
                <a:spcPts val="0"/>
              </a:spcAft>
              <a:buNone/>
            </a:pPr>
            <a:r>
              <a:rPr lang="es-ES" sz="1200">
                <a:latin typeface="Cambria"/>
                <a:ea typeface="Cambria"/>
                <a:cs typeface="Cambria"/>
                <a:sym typeface="Cambria"/>
              </a:rPr>
              <a:t>Ahora se procede a completar el resto de la lógica, donde las utilidades exponen la lógica (utilizando factores de conversión y fórmulas) como se puede ver en las tablas aplicando una interfaz con el fin de hacer que los servicios puedan inyectar cualquier tipo de conversión sin limitarse a uno en concreto como se puede ver en la Tabla del Servicio</a:t>
            </a:r>
            <a:endParaRPr sz="1300">
              <a:latin typeface="Cambria"/>
              <a:ea typeface="Cambria"/>
              <a:cs typeface="Cambria"/>
              <a:sym typeface="Cambria"/>
            </a:endParaRPr>
          </a:p>
        </p:txBody>
      </p:sp>
      <p:sp>
        <p:nvSpPr>
          <p:cNvPr id="255" name="Google Shape;255;p32"/>
          <p:cNvSpPr/>
          <p:nvPr/>
        </p:nvSpPr>
        <p:spPr>
          <a:xfrm>
            <a:off x="9383697" y="0"/>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400"/>
              <a:buFont typeface="Arial"/>
              <a:buNone/>
            </a:pPr>
            <a:r>
              <a:t/>
            </a:r>
            <a:endParaRPr/>
          </a:p>
          <a:p>
            <a:pPr indent="-306000" lvl="0" marL="3060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DESARROLLO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rgbClr val="FFFF00"/>
              </a:buClr>
              <a:buSzPts val="1104"/>
              <a:buFont typeface="Noto Sans Symbols"/>
              <a:buChar char="◼"/>
            </a:pPr>
            <a:r>
              <a:rPr b="1" lang="es-ES" sz="1200">
                <a:solidFill>
                  <a:srgbClr val="FFFF00"/>
                </a:solidFill>
                <a:latin typeface="Gill Sans"/>
                <a:ea typeface="Gill Sans"/>
                <a:cs typeface="Gill Sans"/>
                <a:sym typeface="Gill Sans"/>
              </a:rPr>
              <a:t>CREACIÓN DEL SERVIDOR RESTful</a:t>
            </a:r>
            <a:endParaRPr>
              <a:solidFill>
                <a:srgbClr val="FFFF00"/>
              </a:solidFill>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12096" lvl="1" marL="763200" rtl="0" algn="l">
              <a:spcBef>
                <a:spcPts val="840"/>
              </a:spcBef>
              <a:spcAft>
                <a:spcPts val="0"/>
              </a:spcAft>
              <a:buClr>
                <a:schemeClr val="accent2"/>
              </a:buClr>
              <a:buSzPts val="1200"/>
              <a:buFont typeface="Gill Sans"/>
              <a:buChar char="◼"/>
            </a:pPr>
            <a:r>
              <a:rPr b="1" lang="es-ES" sz="1200">
                <a:solidFill>
                  <a:schemeClr val="lt1"/>
                </a:solidFill>
                <a:latin typeface="Gill Sans"/>
                <a:ea typeface="Gill Sans"/>
                <a:cs typeface="Gill Sans"/>
                <a:sym typeface="Gill Sans"/>
              </a:rPr>
              <a:t>CREACIÓN DEL PROYECTO MAUI</a:t>
            </a:r>
            <a:endParaRPr b="1" sz="1200">
              <a:solidFill>
                <a:schemeClr val="lt1"/>
              </a:solidFill>
              <a:latin typeface="Gill Sans"/>
              <a:ea typeface="Gill Sans"/>
              <a:cs typeface="Gill Sans"/>
              <a:sym typeface="Gill Sans"/>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MOVIL</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CONCLUSIONES</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RECOMENDACIONES</a:t>
            </a:r>
            <a:endParaRPr/>
          </a:p>
          <a:p>
            <a:pPr indent="0" lvl="0" marL="457200" rtl="0" algn="l">
              <a:spcBef>
                <a:spcPts val="840"/>
              </a:spcBef>
              <a:spcAft>
                <a:spcPts val="0"/>
              </a:spcAft>
              <a:buClr>
                <a:srgbClr val="000000"/>
              </a:buClr>
              <a:buSzPts val="1400"/>
              <a:buFont typeface="Arial"/>
              <a:buNone/>
            </a:pPr>
            <a:r>
              <a:t/>
            </a:r>
            <a:endParaRPr/>
          </a:p>
          <a:p>
            <a:pPr indent="0" lvl="0" marL="457200" rtl="0" algn="l">
              <a:spcBef>
                <a:spcPts val="840"/>
              </a:spcBef>
              <a:spcAft>
                <a:spcPts val="0"/>
              </a:spcAft>
              <a:buClr>
                <a:srgbClr val="000000"/>
              </a:buClr>
              <a:buSzPts val="1400"/>
              <a:buFont typeface="Arial"/>
              <a:buNone/>
            </a:pPr>
            <a:r>
              <a:t/>
            </a:r>
            <a:endParaRPr/>
          </a:p>
          <a:p>
            <a:pPr indent="0" lvl="0" marL="457200" marR="0" rtl="0" algn="l">
              <a:lnSpc>
                <a:spcPct val="100000"/>
              </a:lnSpc>
              <a:spcBef>
                <a:spcPts val="840"/>
              </a:spcBef>
              <a:spcAft>
                <a:spcPts val="0"/>
              </a:spcAft>
              <a:buClr>
                <a:srgbClr val="000000"/>
              </a:buClr>
              <a:buSzPts val="1400"/>
              <a:buFont typeface="Arial"/>
              <a:buNone/>
            </a:pPr>
            <a:r>
              <a:t/>
            </a:r>
            <a:endParaRPr/>
          </a:p>
        </p:txBody>
      </p:sp>
      <p:graphicFrame>
        <p:nvGraphicFramePr>
          <p:cNvPr id="256" name="Google Shape;256;p32"/>
          <p:cNvGraphicFramePr/>
          <p:nvPr/>
        </p:nvGraphicFramePr>
        <p:xfrm>
          <a:off x="3017313" y="1838175"/>
          <a:ext cx="3000000" cy="3000000"/>
        </p:xfrm>
        <a:graphic>
          <a:graphicData uri="http://schemas.openxmlformats.org/drawingml/2006/table">
            <a:tbl>
              <a:tblPr>
                <a:noFill/>
                <a:tableStyleId>{BF136021-7255-42B7-A7E7-87A8D8FFE9CA}</a:tableStyleId>
              </a:tblPr>
              <a:tblGrid>
                <a:gridCol w="6062675"/>
              </a:tblGrid>
              <a:tr h="1160900">
                <a:tc>
                  <a:txBody>
                    <a:bodyPr/>
                    <a:lstStyle/>
                    <a:p>
                      <a:pPr indent="0" lvl="0" marL="0" rtl="0" algn="l">
                        <a:spcBef>
                          <a:spcPts val="0"/>
                        </a:spcBef>
                        <a:spcAft>
                          <a:spcPts val="0"/>
                        </a:spcAft>
                        <a:buNone/>
                      </a:pPr>
                      <a:r>
                        <a:rPr lang="es-ES" sz="1000">
                          <a:solidFill>
                            <a:srgbClr val="4F81BD"/>
                          </a:solidFill>
                          <a:latin typeface="Calibri"/>
                          <a:ea typeface="Calibri"/>
                          <a:cs typeface="Calibri"/>
                          <a:sym typeface="Calibri"/>
                        </a:rPr>
                        <a:t>package ec.edu.monster.modelos.utilidades;</a:t>
                      </a:r>
                      <a:endParaRPr sz="1000">
                        <a:solidFill>
                          <a:srgbClr val="4F81BD"/>
                        </a:solidFill>
                        <a:latin typeface="Calibri"/>
                        <a:ea typeface="Calibri"/>
                        <a:cs typeface="Calibri"/>
                        <a:sym typeface="Calibri"/>
                      </a:endParaRPr>
                    </a:p>
                    <a:p>
                      <a:pPr indent="0" lvl="0" marL="0" rtl="0" algn="l">
                        <a:spcBef>
                          <a:spcPts val="0"/>
                        </a:spcBef>
                        <a:spcAft>
                          <a:spcPts val="0"/>
                        </a:spcAft>
                        <a:buNone/>
                      </a:pPr>
                      <a:r>
                        <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import ec.edu.monster.modelos.utilidades.enums.UnidadLongitud;</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import java.util.Map;</a:t>
                      </a:r>
                      <a:endParaRPr sz="1000">
                        <a:solidFill>
                          <a:srgbClr val="4F81BD"/>
                        </a:solidFill>
                        <a:latin typeface="Calibri"/>
                        <a:ea typeface="Calibri"/>
                        <a:cs typeface="Calibri"/>
                        <a:sym typeface="Calibri"/>
                      </a:endParaRPr>
                    </a:p>
                    <a:p>
                      <a:pPr indent="0" lvl="0" marL="0" rtl="0" algn="l">
                        <a:spcBef>
                          <a:spcPts val="0"/>
                        </a:spcBef>
                        <a:spcAft>
                          <a:spcPts val="0"/>
                        </a:spcAft>
                        <a:buNone/>
                      </a:pPr>
                      <a:r>
                        <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public class ConversorLongitud implements IConversor&lt;UnidadLongitud&gt; {</a:t>
                      </a:r>
                      <a:endParaRPr sz="1000">
                        <a:solidFill>
                          <a:srgbClr val="4F81BD"/>
                        </a:solidFill>
                        <a:latin typeface="Calibri"/>
                        <a:ea typeface="Calibri"/>
                        <a:cs typeface="Calibri"/>
                        <a:sym typeface="Calibri"/>
                      </a:endParaRPr>
                    </a:p>
                    <a:p>
                      <a:pPr indent="0" lvl="0" marL="0" rtl="0" algn="l">
                        <a:spcBef>
                          <a:spcPts val="0"/>
                        </a:spcBef>
                        <a:spcAft>
                          <a:spcPts val="0"/>
                        </a:spcAft>
                        <a:buNone/>
                      </a:pPr>
                      <a:r>
                        <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private final Map&lt;UnidadLongitud, Double&gt; factores = Map.of(</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UnidadLongitud.MILIMETRO, 0.001,</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UnidadLongitud.CENTIMETRO, 0.01,</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UnidadLongitud.METRO, 1.0,</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UnidadLongitud.KILOMETRO, 1000.0,</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UnidadLongitud.YARDA, 0.9144</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a:t>
                      </a:r>
                      <a:endParaRPr sz="1000">
                        <a:solidFill>
                          <a:srgbClr val="4F81BD"/>
                        </a:solidFill>
                        <a:latin typeface="Calibri"/>
                        <a:ea typeface="Calibri"/>
                        <a:cs typeface="Calibri"/>
                        <a:sym typeface="Calibri"/>
                      </a:endParaRPr>
                    </a:p>
                    <a:p>
                      <a:pPr indent="0" lvl="0" marL="0" rtl="0" algn="l">
                        <a:spcBef>
                          <a:spcPts val="0"/>
                        </a:spcBef>
                        <a:spcAft>
                          <a:spcPts val="0"/>
                        </a:spcAft>
                        <a:buNone/>
                      </a:pPr>
                      <a:r>
                        <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public ConversorLongitud() {}</a:t>
                      </a:r>
                      <a:endParaRPr sz="1000">
                        <a:solidFill>
                          <a:srgbClr val="4F81BD"/>
                        </a:solidFill>
                        <a:latin typeface="Calibri"/>
                        <a:ea typeface="Calibri"/>
                        <a:cs typeface="Calibri"/>
                        <a:sym typeface="Calibri"/>
                      </a:endParaRPr>
                    </a:p>
                    <a:p>
                      <a:pPr indent="0" lvl="0" marL="0" rtl="0" algn="l">
                        <a:spcBef>
                          <a:spcPts val="0"/>
                        </a:spcBef>
                        <a:spcAft>
                          <a:spcPts val="0"/>
                        </a:spcAft>
                        <a:buNone/>
                      </a:pPr>
                      <a:r>
                        <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@Override</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public double convertir(double valor, UnidadLongitud unidadOrigen, UnidadLongitud unidadFinal) {</a:t>
                      </a:r>
                      <a:endParaRPr sz="1000">
                        <a:solidFill>
                          <a:srgbClr val="4F81BD"/>
                        </a:solidFill>
                        <a:latin typeface="Calibri"/>
                        <a:ea typeface="Calibri"/>
                        <a:cs typeface="Calibri"/>
                        <a:sym typeface="Calibri"/>
                      </a:endParaRPr>
                    </a:p>
                    <a:p>
                      <a:pPr indent="0" lvl="0" marL="0" rtl="0" algn="l">
                        <a:spcBef>
                          <a:spcPts val="0"/>
                        </a:spcBef>
                        <a:spcAft>
                          <a:spcPts val="0"/>
                        </a:spcAft>
                        <a:buNone/>
                      </a:pPr>
                      <a:r>
                        <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if (unidadOrigen == null || unidadFinal == null) {</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throw new IllegalArgumentException("Las unidades no pueden ser null");</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if (!factores.containsKey(unidadOrigen) || !factores.containsKey(unidadFinal)) {</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throw new IllegalArgumentException("Unidad no soportada");</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a:t>
                      </a:r>
                      <a:endParaRPr sz="1000">
                        <a:solidFill>
                          <a:srgbClr val="4F81BD"/>
                        </a:solidFill>
                        <a:latin typeface="Calibri"/>
                        <a:ea typeface="Calibri"/>
                        <a:cs typeface="Calibri"/>
                        <a:sym typeface="Calibri"/>
                      </a:endParaRPr>
                    </a:p>
                    <a:p>
                      <a:pPr indent="0" lvl="0" marL="0" rtl="0" algn="l">
                        <a:spcBef>
                          <a:spcPts val="0"/>
                        </a:spcBef>
                        <a:spcAft>
                          <a:spcPts val="0"/>
                        </a:spcAft>
                        <a:buNone/>
                      </a:pPr>
                      <a:r>
                        <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double valorEnBase = valor * factores.get(unidadOrigen);</a:t>
                      </a:r>
                      <a:endParaRPr sz="1000">
                        <a:solidFill>
                          <a:srgbClr val="4F81BD"/>
                        </a:solidFill>
                        <a:latin typeface="Calibri"/>
                        <a:ea typeface="Calibri"/>
                        <a:cs typeface="Calibri"/>
                        <a:sym typeface="Calibri"/>
                      </a:endParaRPr>
                    </a:p>
                    <a:p>
                      <a:pPr indent="0" lvl="0" marL="0" rtl="0" algn="l">
                        <a:spcBef>
                          <a:spcPts val="0"/>
                        </a:spcBef>
                        <a:spcAft>
                          <a:spcPts val="0"/>
                        </a:spcAft>
                        <a:buNone/>
                      </a:pPr>
                      <a:r>
                        <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return valorEnBase / factores.get(unidadFinal);</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a:t>
                      </a:r>
                      <a:endParaRPr sz="1000">
                        <a:solidFill>
                          <a:srgbClr val="4F81BD"/>
                        </a:solidFill>
                        <a:latin typeface="Calibri"/>
                        <a:ea typeface="Calibri"/>
                        <a:cs typeface="Calibri"/>
                        <a:sym typeface="Calibri"/>
                      </a:endParaRPr>
                    </a:p>
                  </a:txBody>
                  <a:tcPr marT="63500" marB="63500" marR="63500" marL="63500"/>
                </a:tc>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33"/>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262" name="Google Shape;262;p33"/>
          <p:cNvSpPr txBox="1"/>
          <p:nvPr>
            <p:ph idx="1" type="body"/>
          </p:nvPr>
        </p:nvSpPr>
        <p:spPr>
          <a:xfrm>
            <a:off x="581200" y="3037175"/>
            <a:ext cx="2132400" cy="2605800"/>
          </a:xfrm>
          <a:prstGeom prst="rect">
            <a:avLst/>
          </a:prstGeom>
          <a:noFill/>
          <a:ln>
            <a:noFill/>
          </a:ln>
        </p:spPr>
        <p:txBody>
          <a:bodyPr anchorCtr="0" anchor="ctr" bIns="45700" lIns="91425" spcFirstLastPara="1" rIns="91425" wrap="square" tIns="45700">
            <a:normAutofit lnSpcReduction="10000"/>
          </a:bodyPr>
          <a:lstStyle/>
          <a:p>
            <a:pPr indent="0" lvl="0" marL="0" rtl="0" algn="just">
              <a:lnSpc>
                <a:spcPct val="107000"/>
              </a:lnSpc>
              <a:spcBef>
                <a:spcPts val="0"/>
              </a:spcBef>
              <a:spcAft>
                <a:spcPts val="0"/>
              </a:spcAft>
              <a:buNone/>
            </a:pPr>
            <a:r>
              <a:rPr lang="es-ES" sz="1200">
                <a:latin typeface="Cambria"/>
                <a:ea typeface="Cambria"/>
                <a:cs typeface="Cambria"/>
                <a:sym typeface="Cambria"/>
              </a:rPr>
              <a:t>Ahora se procede a completar el resto de la lógica, donde las utilidades exponen la lógica (utilizando factores de conversión y fórmulas) como se puede ver en las tablas aplicando una interfaz con el fin de hacer que los servicios puedan inyectar cualquier tipo de conversión sin limitarse a uno en concreto como se puede ver en la Tabla del Servicio</a:t>
            </a:r>
            <a:endParaRPr sz="1300">
              <a:latin typeface="Cambria"/>
              <a:ea typeface="Cambria"/>
              <a:cs typeface="Cambria"/>
              <a:sym typeface="Cambria"/>
            </a:endParaRPr>
          </a:p>
        </p:txBody>
      </p:sp>
      <p:sp>
        <p:nvSpPr>
          <p:cNvPr id="263" name="Google Shape;263;p33"/>
          <p:cNvSpPr/>
          <p:nvPr/>
        </p:nvSpPr>
        <p:spPr>
          <a:xfrm>
            <a:off x="9383697" y="0"/>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400"/>
              <a:buFont typeface="Arial"/>
              <a:buNone/>
            </a:pPr>
            <a:r>
              <a:t/>
            </a:r>
            <a:endParaRPr/>
          </a:p>
          <a:p>
            <a:pPr indent="-306000" lvl="0" marL="3060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DESARROLLO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rgbClr val="FFFF00"/>
              </a:buClr>
              <a:buSzPts val="1104"/>
              <a:buFont typeface="Noto Sans Symbols"/>
              <a:buChar char="◼"/>
            </a:pPr>
            <a:r>
              <a:rPr b="1" lang="es-ES" sz="1200">
                <a:solidFill>
                  <a:srgbClr val="FFFF00"/>
                </a:solidFill>
                <a:latin typeface="Gill Sans"/>
                <a:ea typeface="Gill Sans"/>
                <a:cs typeface="Gill Sans"/>
                <a:sym typeface="Gill Sans"/>
              </a:rPr>
              <a:t>CREACIÓN DEL SERVIDOR RESTful</a:t>
            </a:r>
            <a:endParaRPr>
              <a:solidFill>
                <a:srgbClr val="FFFF00"/>
              </a:solidFill>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12096" lvl="1" marL="763200" rtl="0" algn="l">
              <a:spcBef>
                <a:spcPts val="840"/>
              </a:spcBef>
              <a:spcAft>
                <a:spcPts val="0"/>
              </a:spcAft>
              <a:buClr>
                <a:schemeClr val="accent2"/>
              </a:buClr>
              <a:buSzPts val="1200"/>
              <a:buFont typeface="Gill Sans"/>
              <a:buChar char="◼"/>
            </a:pPr>
            <a:r>
              <a:rPr b="1" lang="es-ES" sz="1200">
                <a:solidFill>
                  <a:schemeClr val="lt1"/>
                </a:solidFill>
                <a:latin typeface="Gill Sans"/>
                <a:ea typeface="Gill Sans"/>
                <a:cs typeface="Gill Sans"/>
                <a:sym typeface="Gill Sans"/>
              </a:rPr>
              <a:t>CREACIÓN DEL PROYECTO MAUI</a:t>
            </a:r>
            <a:endParaRPr b="1" sz="1200">
              <a:solidFill>
                <a:schemeClr val="lt1"/>
              </a:solidFill>
              <a:latin typeface="Gill Sans"/>
              <a:ea typeface="Gill Sans"/>
              <a:cs typeface="Gill Sans"/>
              <a:sym typeface="Gill Sans"/>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MOVIL</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CONCLUSIONES</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RECOMENDACIONES</a:t>
            </a:r>
            <a:endParaRPr/>
          </a:p>
          <a:p>
            <a:pPr indent="0" lvl="0" marL="457200" rtl="0" algn="l">
              <a:spcBef>
                <a:spcPts val="840"/>
              </a:spcBef>
              <a:spcAft>
                <a:spcPts val="0"/>
              </a:spcAft>
              <a:buClr>
                <a:srgbClr val="000000"/>
              </a:buClr>
              <a:buSzPts val="1400"/>
              <a:buFont typeface="Arial"/>
              <a:buNone/>
            </a:pPr>
            <a:r>
              <a:t/>
            </a:r>
            <a:endParaRPr/>
          </a:p>
          <a:p>
            <a:pPr indent="0" lvl="0" marL="457200" rtl="0" algn="l">
              <a:spcBef>
                <a:spcPts val="840"/>
              </a:spcBef>
              <a:spcAft>
                <a:spcPts val="0"/>
              </a:spcAft>
              <a:buClr>
                <a:srgbClr val="000000"/>
              </a:buClr>
              <a:buSzPts val="1400"/>
              <a:buFont typeface="Arial"/>
              <a:buNone/>
            </a:pPr>
            <a:r>
              <a:t/>
            </a:r>
            <a:endParaRPr/>
          </a:p>
          <a:p>
            <a:pPr indent="0" lvl="0" marL="457200" marR="0" rtl="0" algn="l">
              <a:lnSpc>
                <a:spcPct val="100000"/>
              </a:lnSpc>
              <a:spcBef>
                <a:spcPts val="840"/>
              </a:spcBef>
              <a:spcAft>
                <a:spcPts val="0"/>
              </a:spcAft>
              <a:buClr>
                <a:srgbClr val="000000"/>
              </a:buClr>
              <a:buSzPts val="1400"/>
              <a:buFont typeface="Arial"/>
              <a:buNone/>
            </a:pPr>
            <a:r>
              <a:t/>
            </a:r>
            <a:endParaRPr/>
          </a:p>
        </p:txBody>
      </p:sp>
      <p:graphicFrame>
        <p:nvGraphicFramePr>
          <p:cNvPr id="264" name="Google Shape;264;p33"/>
          <p:cNvGraphicFramePr/>
          <p:nvPr/>
        </p:nvGraphicFramePr>
        <p:xfrm>
          <a:off x="3017313" y="1838175"/>
          <a:ext cx="3000000" cy="3000000"/>
        </p:xfrm>
        <a:graphic>
          <a:graphicData uri="http://schemas.openxmlformats.org/drawingml/2006/table">
            <a:tbl>
              <a:tblPr>
                <a:noFill/>
                <a:tableStyleId>{BF136021-7255-42B7-A7E7-87A8D8FFE9CA}</a:tableStyleId>
              </a:tblPr>
              <a:tblGrid>
                <a:gridCol w="6062675"/>
              </a:tblGrid>
              <a:tr h="1160900">
                <a:tc>
                  <a:txBody>
                    <a:bodyPr/>
                    <a:lstStyle/>
                    <a:p>
                      <a:pPr indent="0" lvl="0" marL="0" rtl="0" algn="l">
                        <a:spcBef>
                          <a:spcPts val="0"/>
                        </a:spcBef>
                        <a:spcAft>
                          <a:spcPts val="0"/>
                        </a:spcAft>
                        <a:buNone/>
                      </a:pPr>
                      <a:r>
                        <a:rPr lang="es-ES" sz="1000">
                          <a:solidFill>
                            <a:srgbClr val="4F81BD"/>
                          </a:solidFill>
                          <a:latin typeface="Calibri"/>
                          <a:ea typeface="Calibri"/>
                          <a:cs typeface="Calibri"/>
                          <a:sym typeface="Calibri"/>
                        </a:rPr>
                        <a:t>package ec.edu.monster.modelos.utilidades;</a:t>
                      </a:r>
                      <a:endParaRPr sz="1000">
                        <a:solidFill>
                          <a:srgbClr val="4F81BD"/>
                        </a:solidFill>
                        <a:latin typeface="Calibri"/>
                        <a:ea typeface="Calibri"/>
                        <a:cs typeface="Calibri"/>
                        <a:sym typeface="Calibri"/>
                      </a:endParaRPr>
                    </a:p>
                    <a:p>
                      <a:pPr indent="0" lvl="0" marL="0" rtl="0" algn="l">
                        <a:spcBef>
                          <a:spcPts val="0"/>
                        </a:spcBef>
                        <a:spcAft>
                          <a:spcPts val="0"/>
                        </a:spcAft>
                        <a:buNone/>
                      </a:pPr>
                      <a:r>
                        <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import ec.edu.monster.modelos.utilidades.enums.UnidadMasa;</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import java.util.Map;</a:t>
                      </a:r>
                      <a:endParaRPr sz="1000">
                        <a:solidFill>
                          <a:srgbClr val="4F81BD"/>
                        </a:solidFill>
                        <a:latin typeface="Calibri"/>
                        <a:ea typeface="Calibri"/>
                        <a:cs typeface="Calibri"/>
                        <a:sym typeface="Calibri"/>
                      </a:endParaRPr>
                    </a:p>
                    <a:p>
                      <a:pPr indent="0" lvl="0" marL="0" rtl="0" algn="l">
                        <a:spcBef>
                          <a:spcPts val="0"/>
                        </a:spcBef>
                        <a:spcAft>
                          <a:spcPts val="0"/>
                        </a:spcAft>
                        <a:buNone/>
                      </a:pPr>
                      <a:r>
                        <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public class ConversorMasa implements IConversor&lt;UnidadMasa&gt; {</a:t>
                      </a:r>
                      <a:endParaRPr sz="1000">
                        <a:solidFill>
                          <a:srgbClr val="4F81BD"/>
                        </a:solidFill>
                        <a:latin typeface="Calibri"/>
                        <a:ea typeface="Calibri"/>
                        <a:cs typeface="Calibri"/>
                        <a:sym typeface="Calibri"/>
                      </a:endParaRPr>
                    </a:p>
                    <a:p>
                      <a:pPr indent="0" lvl="0" marL="0" rtl="0" algn="l">
                        <a:spcBef>
                          <a:spcPts val="0"/>
                        </a:spcBef>
                        <a:spcAft>
                          <a:spcPts val="0"/>
                        </a:spcAft>
                        <a:buNone/>
                      </a:pPr>
                      <a:r>
                        <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private final Map&lt;UnidadMasa, Double&gt; factores = Map.of(</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UnidadMasa.MILIGRAMO, 0.001,</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UnidadMasa.GRAMO, 1.0,</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UnidadMasa.KILOGRAMO, 1000.0,</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UnidadMasa.TONELADA, 1_000_000.0,</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UnidadMasa.ONZA, 28.3495</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a:t>
                      </a:r>
                      <a:endParaRPr sz="1000">
                        <a:solidFill>
                          <a:srgbClr val="4F81BD"/>
                        </a:solidFill>
                        <a:latin typeface="Calibri"/>
                        <a:ea typeface="Calibri"/>
                        <a:cs typeface="Calibri"/>
                        <a:sym typeface="Calibri"/>
                      </a:endParaRPr>
                    </a:p>
                    <a:p>
                      <a:pPr indent="0" lvl="0" marL="0" rtl="0" algn="l">
                        <a:spcBef>
                          <a:spcPts val="0"/>
                        </a:spcBef>
                        <a:spcAft>
                          <a:spcPts val="0"/>
                        </a:spcAft>
                        <a:buNone/>
                      </a:pPr>
                      <a:r>
                        <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public ConversorMasa() {}</a:t>
                      </a:r>
                      <a:endParaRPr sz="1000">
                        <a:solidFill>
                          <a:srgbClr val="4F81BD"/>
                        </a:solidFill>
                        <a:latin typeface="Calibri"/>
                        <a:ea typeface="Calibri"/>
                        <a:cs typeface="Calibri"/>
                        <a:sym typeface="Calibri"/>
                      </a:endParaRPr>
                    </a:p>
                    <a:p>
                      <a:pPr indent="0" lvl="0" marL="0" rtl="0" algn="l">
                        <a:spcBef>
                          <a:spcPts val="0"/>
                        </a:spcBef>
                        <a:spcAft>
                          <a:spcPts val="0"/>
                        </a:spcAft>
                        <a:buNone/>
                      </a:pPr>
                      <a:r>
                        <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@Override</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public double convertir(double valor, UnidadMasa unidadOrigen, UnidadMasa unidadFinal) {</a:t>
                      </a:r>
                      <a:endParaRPr sz="1000">
                        <a:solidFill>
                          <a:srgbClr val="4F81BD"/>
                        </a:solidFill>
                        <a:latin typeface="Calibri"/>
                        <a:ea typeface="Calibri"/>
                        <a:cs typeface="Calibri"/>
                        <a:sym typeface="Calibri"/>
                      </a:endParaRPr>
                    </a:p>
                    <a:p>
                      <a:pPr indent="0" lvl="0" marL="0" rtl="0" algn="l">
                        <a:spcBef>
                          <a:spcPts val="0"/>
                        </a:spcBef>
                        <a:spcAft>
                          <a:spcPts val="0"/>
                        </a:spcAft>
                        <a:buNone/>
                      </a:pPr>
                      <a:r>
                        <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if (unidadOrigen == null || unidadFinal == null) {</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throw new IllegalArgumentException("Las unidades no pueden ser null");</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if (!factores.containsKey(unidadOrigen) || !factores.containsKey(unidadFinal)) {</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throw new IllegalArgumentException("Unidad no soportada");</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a:t>
                      </a:r>
                      <a:endParaRPr sz="1000">
                        <a:solidFill>
                          <a:srgbClr val="4F81BD"/>
                        </a:solidFill>
                        <a:latin typeface="Calibri"/>
                        <a:ea typeface="Calibri"/>
                        <a:cs typeface="Calibri"/>
                        <a:sym typeface="Calibri"/>
                      </a:endParaRPr>
                    </a:p>
                    <a:p>
                      <a:pPr indent="0" lvl="0" marL="0" rtl="0" algn="l">
                        <a:spcBef>
                          <a:spcPts val="0"/>
                        </a:spcBef>
                        <a:spcAft>
                          <a:spcPts val="0"/>
                        </a:spcAft>
                        <a:buNone/>
                      </a:pPr>
                      <a:r>
                        <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double valorEnBase = valor * factores.get(unidadOrigen);</a:t>
                      </a:r>
                      <a:endParaRPr sz="1000">
                        <a:solidFill>
                          <a:srgbClr val="4F81BD"/>
                        </a:solidFill>
                        <a:latin typeface="Calibri"/>
                        <a:ea typeface="Calibri"/>
                        <a:cs typeface="Calibri"/>
                        <a:sym typeface="Calibri"/>
                      </a:endParaRPr>
                    </a:p>
                    <a:p>
                      <a:pPr indent="0" lvl="0" marL="0" rtl="0" algn="l">
                        <a:spcBef>
                          <a:spcPts val="0"/>
                        </a:spcBef>
                        <a:spcAft>
                          <a:spcPts val="0"/>
                        </a:spcAft>
                        <a:buNone/>
                      </a:pPr>
                      <a:r>
                        <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return valorEnBase / factores.get(unidadFinal);</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a:t>
                      </a:r>
                      <a:endParaRPr sz="1000">
                        <a:solidFill>
                          <a:srgbClr val="4F81BD"/>
                        </a:solidFill>
                        <a:latin typeface="Calibri"/>
                        <a:ea typeface="Calibri"/>
                        <a:cs typeface="Calibri"/>
                        <a:sym typeface="Calibri"/>
                      </a:endParaRPr>
                    </a:p>
                  </a:txBody>
                  <a:tcPr marT="63500" marB="63500" marR="63500" marL="63500"/>
                </a:tc>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p34"/>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270" name="Google Shape;270;p34"/>
          <p:cNvSpPr txBox="1"/>
          <p:nvPr>
            <p:ph idx="1" type="body"/>
          </p:nvPr>
        </p:nvSpPr>
        <p:spPr>
          <a:xfrm>
            <a:off x="581200" y="3037175"/>
            <a:ext cx="2132400" cy="2605800"/>
          </a:xfrm>
          <a:prstGeom prst="rect">
            <a:avLst/>
          </a:prstGeom>
          <a:noFill/>
          <a:ln>
            <a:noFill/>
          </a:ln>
        </p:spPr>
        <p:txBody>
          <a:bodyPr anchorCtr="0" anchor="ctr" bIns="45700" lIns="91425" spcFirstLastPara="1" rIns="91425" wrap="square" tIns="45700">
            <a:normAutofit lnSpcReduction="10000"/>
          </a:bodyPr>
          <a:lstStyle/>
          <a:p>
            <a:pPr indent="0" lvl="0" marL="0" rtl="0" algn="just">
              <a:lnSpc>
                <a:spcPct val="107000"/>
              </a:lnSpc>
              <a:spcBef>
                <a:spcPts val="0"/>
              </a:spcBef>
              <a:spcAft>
                <a:spcPts val="0"/>
              </a:spcAft>
              <a:buNone/>
            </a:pPr>
            <a:r>
              <a:rPr lang="es-ES" sz="1200">
                <a:latin typeface="Cambria"/>
                <a:ea typeface="Cambria"/>
                <a:cs typeface="Cambria"/>
                <a:sym typeface="Cambria"/>
              </a:rPr>
              <a:t>Ahora se procede a completar el resto de la lógica, donde las utilidades exponen la lógica (utilizando factores de conversión y fórmulas) como se puede ver en las tablas aplicando una interfaz con el fin de hacer que los servicios puedan inyectar cualquier tipo de conversión sin limitarse a uno en concreto como se puede ver en la Tabla del Servicio</a:t>
            </a:r>
            <a:endParaRPr sz="1300">
              <a:latin typeface="Cambria"/>
              <a:ea typeface="Cambria"/>
              <a:cs typeface="Cambria"/>
              <a:sym typeface="Cambria"/>
            </a:endParaRPr>
          </a:p>
        </p:txBody>
      </p:sp>
      <p:sp>
        <p:nvSpPr>
          <p:cNvPr id="271" name="Google Shape;271;p34"/>
          <p:cNvSpPr/>
          <p:nvPr/>
        </p:nvSpPr>
        <p:spPr>
          <a:xfrm>
            <a:off x="9383697" y="0"/>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400"/>
              <a:buFont typeface="Arial"/>
              <a:buNone/>
            </a:pPr>
            <a:r>
              <a:t/>
            </a:r>
            <a:endParaRPr/>
          </a:p>
          <a:p>
            <a:pPr indent="-306000" lvl="0" marL="3060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DESARROLLO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rgbClr val="FFFF00"/>
              </a:buClr>
              <a:buSzPts val="1104"/>
              <a:buFont typeface="Noto Sans Symbols"/>
              <a:buChar char="◼"/>
            </a:pPr>
            <a:r>
              <a:rPr b="1" lang="es-ES" sz="1200">
                <a:solidFill>
                  <a:srgbClr val="FFFF00"/>
                </a:solidFill>
                <a:latin typeface="Gill Sans"/>
                <a:ea typeface="Gill Sans"/>
                <a:cs typeface="Gill Sans"/>
                <a:sym typeface="Gill Sans"/>
              </a:rPr>
              <a:t>CREACIÓN DEL SERVIDOR RESTful</a:t>
            </a:r>
            <a:endParaRPr>
              <a:solidFill>
                <a:srgbClr val="FFFF00"/>
              </a:solidFill>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12096" lvl="1" marL="763200" rtl="0" algn="l">
              <a:spcBef>
                <a:spcPts val="840"/>
              </a:spcBef>
              <a:spcAft>
                <a:spcPts val="0"/>
              </a:spcAft>
              <a:buClr>
                <a:schemeClr val="accent2"/>
              </a:buClr>
              <a:buSzPts val="1200"/>
              <a:buFont typeface="Gill Sans"/>
              <a:buChar char="◼"/>
            </a:pPr>
            <a:r>
              <a:rPr b="1" lang="es-ES" sz="1200">
                <a:solidFill>
                  <a:schemeClr val="lt1"/>
                </a:solidFill>
                <a:latin typeface="Gill Sans"/>
                <a:ea typeface="Gill Sans"/>
                <a:cs typeface="Gill Sans"/>
                <a:sym typeface="Gill Sans"/>
              </a:rPr>
              <a:t>CREACIÓN DEL PROYECTO MAUI</a:t>
            </a:r>
            <a:endParaRPr b="1" sz="1200">
              <a:solidFill>
                <a:schemeClr val="lt1"/>
              </a:solidFill>
              <a:latin typeface="Gill Sans"/>
              <a:ea typeface="Gill Sans"/>
              <a:cs typeface="Gill Sans"/>
              <a:sym typeface="Gill Sans"/>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MOVIL</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CONCLUSIONES</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RECOMENDACIONES</a:t>
            </a:r>
            <a:endParaRPr/>
          </a:p>
          <a:p>
            <a:pPr indent="0" lvl="0" marL="457200" rtl="0" algn="l">
              <a:spcBef>
                <a:spcPts val="840"/>
              </a:spcBef>
              <a:spcAft>
                <a:spcPts val="0"/>
              </a:spcAft>
              <a:buClr>
                <a:srgbClr val="000000"/>
              </a:buClr>
              <a:buSzPts val="1400"/>
              <a:buFont typeface="Arial"/>
              <a:buNone/>
            </a:pPr>
            <a:r>
              <a:t/>
            </a:r>
            <a:endParaRPr/>
          </a:p>
          <a:p>
            <a:pPr indent="0" lvl="0" marL="457200" rtl="0" algn="l">
              <a:spcBef>
                <a:spcPts val="840"/>
              </a:spcBef>
              <a:spcAft>
                <a:spcPts val="0"/>
              </a:spcAft>
              <a:buClr>
                <a:srgbClr val="000000"/>
              </a:buClr>
              <a:buSzPts val="1400"/>
              <a:buFont typeface="Arial"/>
              <a:buNone/>
            </a:pPr>
            <a:r>
              <a:t/>
            </a:r>
            <a:endParaRPr/>
          </a:p>
          <a:p>
            <a:pPr indent="0" lvl="0" marL="457200" marR="0" rtl="0" algn="l">
              <a:lnSpc>
                <a:spcPct val="100000"/>
              </a:lnSpc>
              <a:spcBef>
                <a:spcPts val="840"/>
              </a:spcBef>
              <a:spcAft>
                <a:spcPts val="0"/>
              </a:spcAft>
              <a:buClr>
                <a:srgbClr val="000000"/>
              </a:buClr>
              <a:buSzPts val="1400"/>
              <a:buFont typeface="Arial"/>
              <a:buNone/>
            </a:pPr>
            <a:r>
              <a:t/>
            </a:r>
            <a:endParaRPr/>
          </a:p>
        </p:txBody>
      </p:sp>
      <p:graphicFrame>
        <p:nvGraphicFramePr>
          <p:cNvPr id="272" name="Google Shape;272;p34"/>
          <p:cNvGraphicFramePr/>
          <p:nvPr/>
        </p:nvGraphicFramePr>
        <p:xfrm>
          <a:off x="2891513" y="2209650"/>
          <a:ext cx="3000000" cy="3000000"/>
        </p:xfrm>
        <a:graphic>
          <a:graphicData uri="http://schemas.openxmlformats.org/drawingml/2006/table">
            <a:tbl>
              <a:tblPr>
                <a:noFill/>
                <a:tableStyleId>{BF136021-7255-42B7-A7E7-87A8D8FFE9CA}</a:tableStyleId>
              </a:tblPr>
              <a:tblGrid>
                <a:gridCol w="6062675"/>
              </a:tblGrid>
              <a:tr h="1160900">
                <a:tc>
                  <a:txBody>
                    <a:bodyPr/>
                    <a:lstStyle/>
                    <a:p>
                      <a:pPr indent="0" lvl="0" marL="0" rtl="0" algn="l">
                        <a:spcBef>
                          <a:spcPts val="0"/>
                        </a:spcBef>
                        <a:spcAft>
                          <a:spcPts val="0"/>
                        </a:spcAft>
                        <a:buNone/>
                      </a:pPr>
                      <a:r>
                        <a:rPr lang="es-ES" sz="1200">
                          <a:solidFill>
                            <a:srgbClr val="4F81BD"/>
                          </a:solidFill>
                          <a:latin typeface="Calibri"/>
                          <a:ea typeface="Calibri"/>
                          <a:cs typeface="Calibri"/>
                          <a:sym typeface="Calibri"/>
                        </a:rPr>
                        <a:t>package ec.edu.monster.modelos.utilidades;</a:t>
                      </a:r>
                      <a:endParaRPr sz="1200">
                        <a:solidFill>
                          <a:srgbClr val="4F81BD"/>
                        </a:solidFill>
                        <a:latin typeface="Calibri"/>
                        <a:ea typeface="Calibri"/>
                        <a:cs typeface="Calibri"/>
                        <a:sym typeface="Calibri"/>
                      </a:endParaRPr>
                    </a:p>
                    <a:p>
                      <a:pPr indent="0" lvl="0" marL="0" rtl="0" algn="l">
                        <a:spcBef>
                          <a:spcPts val="0"/>
                        </a:spcBef>
                        <a:spcAft>
                          <a:spcPts val="0"/>
                        </a:spcAft>
                        <a:buNone/>
                      </a:pPr>
                      <a:r>
                        <a:t/>
                      </a:r>
                      <a:endParaRPr sz="1200">
                        <a:solidFill>
                          <a:srgbClr val="4F81BD"/>
                        </a:solidFill>
                        <a:latin typeface="Calibri"/>
                        <a:ea typeface="Calibri"/>
                        <a:cs typeface="Calibri"/>
                        <a:sym typeface="Calibri"/>
                      </a:endParaRPr>
                    </a:p>
                    <a:p>
                      <a:pPr indent="0" lvl="0" marL="0" rtl="0" algn="l">
                        <a:spcBef>
                          <a:spcPts val="0"/>
                        </a:spcBef>
                        <a:spcAft>
                          <a:spcPts val="0"/>
                        </a:spcAft>
                        <a:buNone/>
                      </a:pPr>
                      <a:r>
                        <a:rPr lang="es-ES" sz="1200">
                          <a:solidFill>
                            <a:srgbClr val="4F81BD"/>
                          </a:solidFill>
                          <a:latin typeface="Calibri"/>
                          <a:ea typeface="Calibri"/>
                          <a:cs typeface="Calibri"/>
                          <a:sym typeface="Calibri"/>
                        </a:rPr>
                        <a:t>import ec.edu.monster.modelos.utilidades.enums.UnidadTemperatura;</a:t>
                      </a:r>
                      <a:endParaRPr sz="1200">
                        <a:solidFill>
                          <a:srgbClr val="4F81BD"/>
                        </a:solidFill>
                        <a:latin typeface="Calibri"/>
                        <a:ea typeface="Calibri"/>
                        <a:cs typeface="Calibri"/>
                        <a:sym typeface="Calibri"/>
                      </a:endParaRPr>
                    </a:p>
                    <a:p>
                      <a:pPr indent="0" lvl="0" marL="0" rtl="0" algn="l">
                        <a:spcBef>
                          <a:spcPts val="0"/>
                        </a:spcBef>
                        <a:spcAft>
                          <a:spcPts val="0"/>
                        </a:spcAft>
                        <a:buNone/>
                      </a:pPr>
                      <a:r>
                        <a:rPr lang="es-ES" sz="1200">
                          <a:solidFill>
                            <a:srgbClr val="4F81BD"/>
                          </a:solidFill>
                          <a:latin typeface="Calibri"/>
                          <a:ea typeface="Calibri"/>
                          <a:cs typeface="Calibri"/>
                          <a:sym typeface="Calibri"/>
                        </a:rPr>
                        <a:t>import static ec.edu.monster.modelos.utilidades.enums.UnidadTemperatura.CELSIUS;</a:t>
                      </a:r>
                      <a:endParaRPr sz="1200">
                        <a:solidFill>
                          <a:srgbClr val="4F81BD"/>
                        </a:solidFill>
                        <a:latin typeface="Calibri"/>
                        <a:ea typeface="Calibri"/>
                        <a:cs typeface="Calibri"/>
                        <a:sym typeface="Calibri"/>
                      </a:endParaRPr>
                    </a:p>
                    <a:p>
                      <a:pPr indent="0" lvl="0" marL="0" rtl="0" algn="l">
                        <a:spcBef>
                          <a:spcPts val="0"/>
                        </a:spcBef>
                        <a:spcAft>
                          <a:spcPts val="0"/>
                        </a:spcAft>
                        <a:buNone/>
                      </a:pPr>
                      <a:r>
                        <a:rPr lang="es-ES" sz="1200">
                          <a:solidFill>
                            <a:srgbClr val="4F81BD"/>
                          </a:solidFill>
                          <a:latin typeface="Calibri"/>
                          <a:ea typeface="Calibri"/>
                          <a:cs typeface="Calibri"/>
                          <a:sym typeface="Calibri"/>
                        </a:rPr>
                        <a:t>import static ec.edu.monster.modelos.utilidades.enums.UnidadTemperatura.FAHRENHEIT;</a:t>
                      </a:r>
                      <a:endParaRPr sz="1200">
                        <a:solidFill>
                          <a:srgbClr val="4F81BD"/>
                        </a:solidFill>
                        <a:latin typeface="Calibri"/>
                        <a:ea typeface="Calibri"/>
                        <a:cs typeface="Calibri"/>
                        <a:sym typeface="Calibri"/>
                      </a:endParaRPr>
                    </a:p>
                    <a:p>
                      <a:pPr indent="0" lvl="0" marL="0" rtl="0" algn="l">
                        <a:spcBef>
                          <a:spcPts val="0"/>
                        </a:spcBef>
                        <a:spcAft>
                          <a:spcPts val="0"/>
                        </a:spcAft>
                        <a:buNone/>
                      </a:pPr>
                      <a:r>
                        <a:rPr lang="es-ES" sz="1200">
                          <a:solidFill>
                            <a:srgbClr val="4F81BD"/>
                          </a:solidFill>
                          <a:latin typeface="Calibri"/>
                          <a:ea typeface="Calibri"/>
                          <a:cs typeface="Calibri"/>
                          <a:sym typeface="Calibri"/>
                        </a:rPr>
                        <a:t>import static ec.edu.monster.modelos.utilidades.enums.UnidadTemperatura.KELVIN;</a:t>
                      </a:r>
                      <a:endParaRPr sz="1200">
                        <a:solidFill>
                          <a:srgbClr val="4F81BD"/>
                        </a:solidFill>
                        <a:latin typeface="Calibri"/>
                        <a:ea typeface="Calibri"/>
                        <a:cs typeface="Calibri"/>
                        <a:sym typeface="Calibri"/>
                      </a:endParaRPr>
                    </a:p>
                    <a:p>
                      <a:pPr indent="0" lvl="0" marL="0" rtl="0" algn="l">
                        <a:spcBef>
                          <a:spcPts val="0"/>
                        </a:spcBef>
                        <a:spcAft>
                          <a:spcPts val="0"/>
                        </a:spcAft>
                        <a:buNone/>
                      </a:pPr>
                      <a:r>
                        <a:rPr lang="es-ES" sz="1200">
                          <a:solidFill>
                            <a:srgbClr val="4F81BD"/>
                          </a:solidFill>
                          <a:latin typeface="Calibri"/>
                          <a:ea typeface="Calibri"/>
                          <a:cs typeface="Calibri"/>
                          <a:sym typeface="Calibri"/>
                        </a:rPr>
                        <a:t>import static ec.edu.monster.modelos.utilidades.enums.UnidadTemperatura.RANKINE;</a:t>
                      </a:r>
                      <a:endParaRPr sz="1200">
                        <a:solidFill>
                          <a:srgbClr val="4F81BD"/>
                        </a:solidFill>
                        <a:latin typeface="Calibri"/>
                        <a:ea typeface="Calibri"/>
                        <a:cs typeface="Calibri"/>
                        <a:sym typeface="Calibri"/>
                      </a:endParaRPr>
                    </a:p>
                    <a:p>
                      <a:pPr indent="0" lvl="0" marL="0" rtl="0" algn="l">
                        <a:spcBef>
                          <a:spcPts val="0"/>
                        </a:spcBef>
                        <a:spcAft>
                          <a:spcPts val="0"/>
                        </a:spcAft>
                        <a:buNone/>
                      </a:pPr>
                      <a:r>
                        <a:t/>
                      </a:r>
                      <a:endParaRPr sz="1200">
                        <a:solidFill>
                          <a:srgbClr val="4F81BD"/>
                        </a:solidFill>
                        <a:latin typeface="Calibri"/>
                        <a:ea typeface="Calibri"/>
                        <a:cs typeface="Calibri"/>
                        <a:sym typeface="Calibri"/>
                      </a:endParaRPr>
                    </a:p>
                    <a:p>
                      <a:pPr indent="0" lvl="0" marL="0" rtl="0" algn="l">
                        <a:spcBef>
                          <a:spcPts val="0"/>
                        </a:spcBef>
                        <a:spcAft>
                          <a:spcPts val="0"/>
                        </a:spcAft>
                        <a:buNone/>
                      </a:pPr>
                      <a:r>
                        <a:rPr lang="es-ES" sz="1200">
                          <a:solidFill>
                            <a:srgbClr val="4F81BD"/>
                          </a:solidFill>
                          <a:latin typeface="Calibri"/>
                          <a:ea typeface="Calibri"/>
                          <a:cs typeface="Calibri"/>
                          <a:sym typeface="Calibri"/>
                        </a:rPr>
                        <a:t>public class ConversorTemperatura implements IConversor&lt;UnidadTemperatura&gt; {</a:t>
                      </a:r>
                      <a:endParaRPr sz="1200">
                        <a:solidFill>
                          <a:srgbClr val="4F81BD"/>
                        </a:solidFill>
                        <a:latin typeface="Calibri"/>
                        <a:ea typeface="Calibri"/>
                        <a:cs typeface="Calibri"/>
                        <a:sym typeface="Calibri"/>
                      </a:endParaRPr>
                    </a:p>
                    <a:p>
                      <a:pPr indent="0" lvl="0" marL="0" rtl="0" algn="l">
                        <a:spcBef>
                          <a:spcPts val="0"/>
                        </a:spcBef>
                        <a:spcAft>
                          <a:spcPts val="0"/>
                        </a:spcAft>
                        <a:buNone/>
                      </a:pPr>
                      <a:r>
                        <a:t/>
                      </a:r>
                      <a:endParaRPr sz="1200">
                        <a:solidFill>
                          <a:srgbClr val="4F81BD"/>
                        </a:solidFill>
                        <a:latin typeface="Calibri"/>
                        <a:ea typeface="Calibri"/>
                        <a:cs typeface="Calibri"/>
                        <a:sym typeface="Calibri"/>
                      </a:endParaRPr>
                    </a:p>
                    <a:p>
                      <a:pPr indent="0" lvl="0" marL="0" rtl="0" algn="l">
                        <a:spcBef>
                          <a:spcPts val="0"/>
                        </a:spcBef>
                        <a:spcAft>
                          <a:spcPts val="0"/>
                        </a:spcAft>
                        <a:buNone/>
                      </a:pPr>
                      <a:r>
                        <a:rPr lang="es-ES" sz="1200">
                          <a:solidFill>
                            <a:srgbClr val="4F81BD"/>
                          </a:solidFill>
                          <a:latin typeface="Calibri"/>
                          <a:ea typeface="Calibri"/>
                          <a:cs typeface="Calibri"/>
                          <a:sym typeface="Calibri"/>
                        </a:rPr>
                        <a:t>    public ConversorTemperatura() {}</a:t>
                      </a:r>
                      <a:endParaRPr sz="1200">
                        <a:solidFill>
                          <a:srgbClr val="4F81BD"/>
                        </a:solidFill>
                        <a:latin typeface="Calibri"/>
                        <a:ea typeface="Calibri"/>
                        <a:cs typeface="Calibri"/>
                        <a:sym typeface="Calibri"/>
                      </a:endParaRPr>
                    </a:p>
                    <a:p>
                      <a:pPr indent="0" lvl="0" marL="0" rtl="0" algn="l">
                        <a:spcBef>
                          <a:spcPts val="0"/>
                        </a:spcBef>
                        <a:spcAft>
                          <a:spcPts val="0"/>
                        </a:spcAft>
                        <a:buNone/>
                      </a:pPr>
                      <a:r>
                        <a:t/>
                      </a:r>
                      <a:endParaRPr sz="1200">
                        <a:solidFill>
                          <a:srgbClr val="4F81BD"/>
                        </a:solidFill>
                        <a:latin typeface="Calibri"/>
                        <a:ea typeface="Calibri"/>
                        <a:cs typeface="Calibri"/>
                        <a:sym typeface="Calibri"/>
                      </a:endParaRPr>
                    </a:p>
                    <a:p>
                      <a:pPr indent="0" lvl="0" marL="0" rtl="0" algn="l">
                        <a:spcBef>
                          <a:spcPts val="0"/>
                        </a:spcBef>
                        <a:spcAft>
                          <a:spcPts val="0"/>
                        </a:spcAft>
                        <a:buNone/>
                      </a:pPr>
                      <a:r>
                        <a:rPr lang="es-ES" sz="1200">
                          <a:solidFill>
                            <a:srgbClr val="4F81BD"/>
                          </a:solidFill>
                          <a:latin typeface="Calibri"/>
                          <a:ea typeface="Calibri"/>
                          <a:cs typeface="Calibri"/>
                          <a:sym typeface="Calibri"/>
                        </a:rPr>
                        <a:t>    @Override</a:t>
                      </a:r>
                      <a:endParaRPr sz="1200">
                        <a:solidFill>
                          <a:srgbClr val="4F81BD"/>
                        </a:solidFill>
                        <a:latin typeface="Calibri"/>
                        <a:ea typeface="Calibri"/>
                        <a:cs typeface="Calibri"/>
                        <a:sym typeface="Calibri"/>
                      </a:endParaRPr>
                    </a:p>
                    <a:p>
                      <a:pPr indent="0" lvl="0" marL="0" rtl="0" algn="l">
                        <a:spcBef>
                          <a:spcPts val="0"/>
                        </a:spcBef>
                        <a:spcAft>
                          <a:spcPts val="0"/>
                        </a:spcAft>
                        <a:buNone/>
                      </a:pPr>
                      <a:r>
                        <a:rPr lang="es-ES" sz="1200">
                          <a:solidFill>
                            <a:srgbClr val="4F81BD"/>
                          </a:solidFill>
                          <a:latin typeface="Calibri"/>
                          <a:ea typeface="Calibri"/>
                          <a:cs typeface="Calibri"/>
                          <a:sym typeface="Calibri"/>
                        </a:rPr>
                        <a:t>    public double convertir(double valor, UnidadTemperatura origen, UnidadTemperatura destino) {</a:t>
                      </a:r>
                      <a:endParaRPr sz="1200">
                        <a:solidFill>
                          <a:srgbClr val="4F81BD"/>
                        </a:solidFill>
                        <a:latin typeface="Calibri"/>
                        <a:ea typeface="Calibri"/>
                        <a:cs typeface="Calibri"/>
                        <a:sym typeface="Calibri"/>
                      </a:endParaRPr>
                    </a:p>
                    <a:p>
                      <a:pPr indent="0" lvl="0" marL="0" rtl="0" algn="l">
                        <a:spcBef>
                          <a:spcPts val="0"/>
                        </a:spcBef>
                        <a:spcAft>
                          <a:spcPts val="0"/>
                        </a:spcAft>
                        <a:buNone/>
                      </a:pPr>
                      <a:r>
                        <a:t/>
                      </a:r>
                      <a:endParaRPr sz="1200">
                        <a:solidFill>
                          <a:srgbClr val="4F81BD"/>
                        </a:solidFill>
                        <a:latin typeface="Calibri"/>
                        <a:ea typeface="Calibri"/>
                        <a:cs typeface="Calibri"/>
                        <a:sym typeface="Calibri"/>
                      </a:endParaRPr>
                    </a:p>
                    <a:p>
                      <a:pPr indent="0" lvl="0" marL="0" rtl="0" algn="l">
                        <a:spcBef>
                          <a:spcPts val="0"/>
                        </a:spcBef>
                        <a:spcAft>
                          <a:spcPts val="0"/>
                        </a:spcAft>
                        <a:buNone/>
                      </a:pPr>
                      <a:r>
                        <a:rPr lang="es-ES" sz="1200">
                          <a:solidFill>
                            <a:srgbClr val="4F81BD"/>
                          </a:solidFill>
                          <a:latin typeface="Calibri"/>
                          <a:ea typeface="Calibri"/>
                          <a:cs typeface="Calibri"/>
                          <a:sym typeface="Calibri"/>
                        </a:rPr>
                        <a:t>        if (origen == null || destino == null) {</a:t>
                      </a:r>
                      <a:endParaRPr sz="1200">
                        <a:solidFill>
                          <a:srgbClr val="4F81BD"/>
                        </a:solidFill>
                        <a:latin typeface="Calibri"/>
                        <a:ea typeface="Calibri"/>
                        <a:cs typeface="Calibri"/>
                        <a:sym typeface="Calibri"/>
                      </a:endParaRPr>
                    </a:p>
                    <a:p>
                      <a:pPr indent="0" lvl="0" marL="0" rtl="0" algn="l">
                        <a:spcBef>
                          <a:spcPts val="0"/>
                        </a:spcBef>
                        <a:spcAft>
                          <a:spcPts val="0"/>
                        </a:spcAft>
                        <a:buNone/>
                      </a:pPr>
                      <a:r>
                        <a:rPr lang="es-ES" sz="1200">
                          <a:solidFill>
                            <a:srgbClr val="4F81BD"/>
                          </a:solidFill>
                          <a:latin typeface="Calibri"/>
                          <a:ea typeface="Calibri"/>
                          <a:cs typeface="Calibri"/>
                          <a:sym typeface="Calibri"/>
                        </a:rPr>
                        <a:t>            throw new IllegalArgumentException("Las unidades no pueden ser null");</a:t>
                      </a:r>
                      <a:endParaRPr sz="1200">
                        <a:solidFill>
                          <a:srgbClr val="4F81BD"/>
                        </a:solidFill>
                        <a:latin typeface="Calibri"/>
                        <a:ea typeface="Calibri"/>
                        <a:cs typeface="Calibri"/>
                        <a:sym typeface="Calibri"/>
                      </a:endParaRPr>
                    </a:p>
                    <a:p>
                      <a:pPr indent="0" lvl="0" marL="0" rtl="0" algn="l">
                        <a:spcBef>
                          <a:spcPts val="0"/>
                        </a:spcBef>
                        <a:spcAft>
                          <a:spcPts val="0"/>
                        </a:spcAft>
                        <a:buNone/>
                      </a:pPr>
                      <a:r>
                        <a:rPr lang="es-ES" sz="1200">
                          <a:solidFill>
                            <a:srgbClr val="4F81BD"/>
                          </a:solidFill>
                          <a:latin typeface="Calibri"/>
                          <a:ea typeface="Calibri"/>
                          <a:cs typeface="Calibri"/>
                          <a:sym typeface="Calibri"/>
                        </a:rPr>
                        <a:t>        }</a:t>
                      </a:r>
                      <a:endParaRPr sz="1200">
                        <a:solidFill>
                          <a:srgbClr val="4F81BD"/>
                        </a:solidFill>
                        <a:latin typeface="Calibri"/>
                        <a:ea typeface="Calibri"/>
                        <a:cs typeface="Calibri"/>
                        <a:sym typeface="Calibri"/>
                      </a:endParaRPr>
                    </a:p>
                    <a:p>
                      <a:pPr indent="0" lvl="0" marL="0" rtl="0" algn="l">
                        <a:spcBef>
                          <a:spcPts val="0"/>
                        </a:spcBef>
                        <a:spcAft>
                          <a:spcPts val="0"/>
                        </a:spcAft>
                        <a:buNone/>
                      </a:pPr>
                      <a:r>
                        <a:rPr lang="es-ES" sz="1200">
                          <a:solidFill>
                            <a:srgbClr val="4F81BD"/>
                          </a:solidFill>
                          <a:latin typeface="Calibri"/>
                          <a:ea typeface="Calibri"/>
                          <a:cs typeface="Calibri"/>
                          <a:sym typeface="Calibri"/>
                        </a:rPr>
                        <a:t>        if (origen == destino) {</a:t>
                      </a:r>
                      <a:endParaRPr sz="1200">
                        <a:solidFill>
                          <a:srgbClr val="4F81BD"/>
                        </a:solidFill>
                        <a:latin typeface="Calibri"/>
                        <a:ea typeface="Calibri"/>
                        <a:cs typeface="Calibri"/>
                        <a:sym typeface="Calibri"/>
                      </a:endParaRPr>
                    </a:p>
                    <a:p>
                      <a:pPr indent="0" lvl="0" marL="0" rtl="0" algn="l">
                        <a:spcBef>
                          <a:spcPts val="0"/>
                        </a:spcBef>
                        <a:spcAft>
                          <a:spcPts val="0"/>
                        </a:spcAft>
                        <a:buNone/>
                      </a:pPr>
                      <a:r>
                        <a:rPr lang="es-ES" sz="1200">
                          <a:solidFill>
                            <a:srgbClr val="4F81BD"/>
                          </a:solidFill>
                          <a:latin typeface="Calibri"/>
                          <a:ea typeface="Calibri"/>
                          <a:cs typeface="Calibri"/>
                          <a:sym typeface="Calibri"/>
                        </a:rPr>
                        <a:t>            return valor;</a:t>
                      </a:r>
                      <a:endParaRPr sz="1200">
                        <a:solidFill>
                          <a:srgbClr val="4F81BD"/>
                        </a:solidFill>
                        <a:latin typeface="Calibri"/>
                        <a:ea typeface="Calibri"/>
                        <a:cs typeface="Calibri"/>
                        <a:sym typeface="Calibri"/>
                      </a:endParaRPr>
                    </a:p>
                    <a:p>
                      <a:pPr indent="0" lvl="0" marL="0" rtl="0" algn="l">
                        <a:spcBef>
                          <a:spcPts val="0"/>
                        </a:spcBef>
                        <a:spcAft>
                          <a:spcPts val="0"/>
                        </a:spcAft>
                        <a:buNone/>
                      </a:pPr>
                      <a:r>
                        <a:rPr lang="es-ES" sz="1200">
                          <a:solidFill>
                            <a:srgbClr val="4F81BD"/>
                          </a:solidFill>
                          <a:latin typeface="Calibri"/>
                          <a:ea typeface="Calibri"/>
                          <a:cs typeface="Calibri"/>
                          <a:sym typeface="Calibri"/>
                        </a:rPr>
                        <a:t>        }</a:t>
                      </a:r>
                      <a:endParaRPr sz="1200">
                        <a:solidFill>
                          <a:srgbClr val="4F81BD"/>
                        </a:solidFill>
                        <a:latin typeface="Calibri"/>
                        <a:ea typeface="Calibri"/>
                        <a:cs typeface="Calibri"/>
                        <a:sym typeface="Calibri"/>
                      </a:endParaRPr>
                    </a:p>
                    <a:p>
                      <a:pPr indent="0" lvl="0" marL="0" rtl="0" algn="l">
                        <a:spcBef>
                          <a:spcPts val="0"/>
                        </a:spcBef>
                        <a:spcAft>
                          <a:spcPts val="0"/>
                        </a:spcAft>
                        <a:buNone/>
                      </a:pPr>
                      <a:r>
                        <a:t/>
                      </a:r>
                      <a:endParaRPr sz="1000">
                        <a:solidFill>
                          <a:srgbClr val="4F81BD"/>
                        </a:solidFill>
                        <a:latin typeface="Calibri"/>
                        <a:ea typeface="Calibri"/>
                        <a:cs typeface="Calibri"/>
                        <a:sym typeface="Calibri"/>
                      </a:endParaRPr>
                    </a:p>
                  </a:txBody>
                  <a:tcPr marT="63500" marB="63500" marR="63500" marL="63500"/>
                </a:tc>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35"/>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278" name="Google Shape;278;p35"/>
          <p:cNvSpPr txBox="1"/>
          <p:nvPr>
            <p:ph idx="1" type="body"/>
          </p:nvPr>
        </p:nvSpPr>
        <p:spPr>
          <a:xfrm>
            <a:off x="581200" y="3037175"/>
            <a:ext cx="2132400" cy="2605800"/>
          </a:xfrm>
          <a:prstGeom prst="rect">
            <a:avLst/>
          </a:prstGeom>
          <a:noFill/>
          <a:ln>
            <a:noFill/>
          </a:ln>
        </p:spPr>
        <p:txBody>
          <a:bodyPr anchorCtr="0" anchor="ctr" bIns="45700" lIns="91425" spcFirstLastPara="1" rIns="91425" wrap="square" tIns="45700">
            <a:normAutofit lnSpcReduction="10000"/>
          </a:bodyPr>
          <a:lstStyle/>
          <a:p>
            <a:pPr indent="0" lvl="0" marL="0" rtl="0" algn="just">
              <a:lnSpc>
                <a:spcPct val="107000"/>
              </a:lnSpc>
              <a:spcBef>
                <a:spcPts val="0"/>
              </a:spcBef>
              <a:spcAft>
                <a:spcPts val="0"/>
              </a:spcAft>
              <a:buNone/>
            </a:pPr>
            <a:r>
              <a:rPr lang="es-ES" sz="1200">
                <a:latin typeface="Cambria"/>
                <a:ea typeface="Cambria"/>
                <a:cs typeface="Cambria"/>
                <a:sym typeface="Cambria"/>
              </a:rPr>
              <a:t>Ahora se procede a completar el resto de la lógica, donde las utilidades exponen la lógica (utilizando factores de conversión y fórmulas) como se puede ver en las tablas aplicando una interfaz con el fin de hacer que los servicios puedan inyectar cualquier tipo de conversión sin limitarse a uno en concreto como se puede ver en la Tabla del Servicio</a:t>
            </a:r>
            <a:endParaRPr sz="1300">
              <a:latin typeface="Cambria"/>
              <a:ea typeface="Cambria"/>
              <a:cs typeface="Cambria"/>
              <a:sym typeface="Cambria"/>
            </a:endParaRPr>
          </a:p>
        </p:txBody>
      </p:sp>
      <p:sp>
        <p:nvSpPr>
          <p:cNvPr id="279" name="Google Shape;279;p35"/>
          <p:cNvSpPr/>
          <p:nvPr/>
        </p:nvSpPr>
        <p:spPr>
          <a:xfrm>
            <a:off x="9383697" y="0"/>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400"/>
              <a:buFont typeface="Arial"/>
              <a:buNone/>
            </a:pPr>
            <a:r>
              <a:t/>
            </a:r>
            <a:endParaRPr/>
          </a:p>
          <a:p>
            <a:pPr indent="-306000" lvl="0" marL="3060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DESARROLLO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rgbClr val="FFFF00"/>
              </a:buClr>
              <a:buSzPts val="1104"/>
              <a:buFont typeface="Noto Sans Symbols"/>
              <a:buChar char="◼"/>
            </a:pPr>
            <a:r>
              <a:rPr b="1" lang="es-ES" sz="1200">
                <a:solidFill>
                  <a:srgbClr val="FFFF00"/>
                </a:solidFill>
                <a:latin typeface="Gill Sans"/>
                <a:ea typeface="Gill Sans"/>
                <a:cs typeface="Gill Sans"/>
                <a:sym typeface="Gill Sans"/>
              </a:rPr>
              <a:t>CREACIÓN DEL SERVIDOR RESTful</a:t>
            </a:r>
            <a:endParaRPr>
              <a:solidFill>
                <a:srgbClr val="FFFF00"/>
              </a:solidFill>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12096" lvl="1" marL="763200" rtl="0" algn="l">
              <a:spcBef>
                <a:spcPts val="840"/>
              </a:spcBef>
              <a:spcAft>
                <a:spcPts val="0"/>
              </a:spcAft>
              <a:buClr>
                <a:schemeClr val="accent2"/>
              </a:buClr>
              <a:buSzPts val="1200"/>
              <a:buFont typeface="Gill Sans"/>
              <a:buChar char="◼"/>
            </a:pPr>
            <a:r>
              <a:rPr b="1" lang="es-ES" sz="1200">
                <a:solidFill>
                  <a:schemeClr val="lt1"/>
                </a:solidFill>
                <a:latin typeface="Gill Sans"/>
                <a:ea typeface="Gill Sans"/>
                <a:cs typeface="Gill Sans"/>
                <a:sym typeface="Gill Sans"/>
              </a:rPr>
              <a:t>CREACIÓN DEL PROYECTO MAUI</a:t>
            </a:r>
            <a:endParaRPr b="1" sz="1200">
              <a:solidFill>
                <a:schemeClr val="lt1"/>
              </a:solidFill>
              <a:latin typeface="Gill Sans"/>
              <a:ea typeface="Gill Sans"/>
              <a:cs typeface="Gill Sans"/>
              <a:sym typeface="Gill Sans"/>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MOVIL</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CONCLUSIONES</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RECOMENDACIONES</a:t>
            </a:r>
            <a:endParaRPr/>
          </a:p>
          <a:p>
            <a:pPr indent="0" lvl="0" marL="457200" rtl="0" algn="l">
              <a:spcBef>
                <a:spcPts val="840"/>
              </a:spcBef>
              <a:spcAft>
                <a:spcPts val="0"/>
              </a:spcAft>
              <a:buClr>
                <a:srgbClr val="000000"/>
              </a:buClr>
              <a:buSzPts val="1400"/>
              <a:buFont typeface="Arial"/>
              <a:buNone/>
            </a:pPr>
            <a:r>
              <a:t/>
            </a:r>
            <a:endParaRPr/>
          </a:p>
          <a:p>
            <a:pPr indent="0" lvl="0" marL="457200" rtl="0" algn="l">
              <a:spcBef>
                <a:spcPts val="840"/>
              </a:spcBef>
              <a:spcAft>
                <a:spcPts val="0"/>
              </a:spcAft>
              <a:buClr>
                <a:srgbClr val="000000"/>
              </a:buClr>
              <a:buSzPts val="1400"/>
              <a:buFont typeface="Arial"/>
              <a:buNone/>
            </a:pPr>
            <a:r>
              <a:t/>
            </a:r>
            <a:endParaRPr/>
          </a:p>
          <a:p>
            <a:pPr indent="0" lvl="0" marL="457200" marR="0" rtl="0" algn="l">
              <a:lnSpc>
                <a:spcPct val="100000"/>
              </a:lnSpc>
              <a:spcBef>
                <a:spcPts val="840"/>
              </a:spcBef>
              <a:spcAft>
                <a:spcPts val="0"/>
              </a:spcAft>
              <a:buClr>
                <a:srgbClr val="000000"/>
              </a:buClr>
              <a:buSzPts val="1400"/>
              <a:buFont typeface="Arial"/>
              <a:buNone/>
            </a:pPr>
            <a:r>
              <a:t/>
            </a:r>
            <a:endParaRPr/>
          </a:p>
        </p:txBody>
      </p:sp>
      <p:graphicFrame>
        <p:nvGraphicFramePr>
          <p:cNvPr id="280" name="Google Shape;280;p35"/>
          <p:cNvGraphicFramePr/>
          <p:nvPr/>
        </p:nvGraphicFramePr>
        <p:xfrm>
          <a:off x="2891513" y="1838175"/>
          <a:ext cx="3000000" cy="3000000"/>
        </p:xfrm>
        <a:graphic>
          <a:graphicData uri="http://schemas.openxmlformats.org/drawingml/2006/table">
            <a:tbl>
              <a:tblPr>
                <a:noFill/>
                <a:tableStyleId>{BF136021-7255-42B7-A7E7-87A8D8FFE9CA}</a:tableStyleId>
              </a:tblPr>
              <a:tblGrid>
                <a:gridCol w="6062675"/>
              </a:tblGrid>
              <a:tr h="1160900">
                <a:tc>
                  <a:txBody>
                    <a:bodyPr/>
                    <a:lstStyle/>
                    <a:p>
                      <a:pPr indent="0" lvl="0" marL="0" rtl="0" algn="l">
                        <a:spcBef>
                          <a:spcPts val="0"/>
                        </a:spcBef>
                        <a:spcAft>
                          <a:spcPts val="0"/>
                        </a:spcAft>
                        <a:buNone/>
                      </a:pPr>
                      <a:r>
                        <a:rPr lang="es-ES" sz="1000">
                          <a:solidFill>
                            <a:srgbClr val="4F81BD"/>
                          </a:solidFill>
                          <a:latin typeface="Calibri"/>
                          <a:ea typeface="Calibri"/>
                          <a:cs typeface="Calibri"/>
                          <a:sym typeface="Calibri"/>
                        </a:rPr>
                        <a:t>return switch (origen) {</a:t>
                      </a:r>
                      <a:endParaRPr sz="1000">
                        <a:solidFill>
                          <a:srgbClr val="4F81BD"/>
                        </a:solidFill>
                        <a:latin typeface="Calibri"/>
                        <a:ea typeface="Calibri"/>
                        <a:cs typeface="Calibri"/>
                        <a:sym typeface="Calibri"/>
                      </a:endParaRPr>
                    </a:p>
                    <a:p>
                      <a:pPr indent="0" lvl="0" marL="0" rtl="0" algn="l">
                        <a:spcBef>
                          <a:spcPts val="0"/>
                        </a:spcBef>
                        <a:spcAft>
                          <a:spcPts val="0"/>
                        </a:spcAft>
                        <a:buNone/>
                      </a:pPr>
                      <a:r>
                        <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case CELSIUS -&gt; switch (destino) {</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case FAHRENHEIT -&gt; (valor * 9 / 5) + 32;</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case KELVIN -&gt; valor + 273.15;</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case RANKINE -&gt; (valor + 273.15) * 9 / 5;</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default -&gt; throw new IllegalArgumentException("Conversión no soportada");</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a:t>
                      </a:r>
                      <a:endParaRPr sz="1000">
                        <a:solidFill>
                          <a:srgbClr val="4F81BD"/>
                        </a:solidFill>
                        <a:latin typeface="Calibri"/>
                        <a:ea typeface="Calibri"/>
                        <a:cs typeface="Calibri"/>
                        <a:sym typeface="Calibri"/>
                      </a:endParaRPr>
                    </a:p>
                    <a:p>
                      <a:pPr indent="0" lvl="0" marL="0" rtl="0" algn="l">
                        <a:spcBef>
                          <a:spcPts val="0"/>
                        </a:spcBef>
                        <a:spcAft>
                          <a:spcPts val="0"/>
                        </a:spcAft>
                        <a:buNone/>
                      </a:pPr>
                      <a:r>
                        <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case FAHRENHEIT -&gt; switch (destino) {</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case CELSIUS -&gt; (valor - 32) * 5 / 9;</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case KELVIN -&gt; (valor - 32) * 5 / 9 + 273.15;</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case RANKINE -&gt; valor + 459.67;</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default -&gt; throw new IllegalArgumentException("Conversión no soportada");</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a:t>
                      </a:r>
                      <a:endParaRPr sz="1000">
                        <a:solidFill>
                          <a:srgbClr val="4F81BD"/>
                        </a:solidFill>
                        <a:latin typeface="Calibri"/>
                        <a:ea typeface="Calibri"/>
                        <a:cs typeface="Calibri"/>
                        <a:sym typeface="Calibri"/>
                      </a:endParaRPr>
                    </a:p>
                    <a:p>
                      <a:pPr indent="0" lvl="0" marL="0" rtl="0" algn="l">
                        <a:spcBef>
                          <a:spcPts val="0"/>
                        </a:spcBef>
                        <a:spcAft>
                          <a:spcPts val="0"/>
                        </a:spcAft>
                        <a:buNone/>
                      </a:pPr>
                      <a:r>
                        <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case KELVIN -&gt; switch (destino) {</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case CELSIUS -&gt; valor - 273.15;</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case FAHRENHEIT -&gt; (valor - 273.15) * 9 / 5 + 32;</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case RANKINE -&gt; valor * 9 / 5;</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default -&gt; throw new IllegalArgumentException("Conversión no soportada");</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a:t>
                      </a:r>
                      <a:endParaRPr sz="1000">
                        <a:solidFill>
                          <a:srgbClr val="4F81BD"/>
                        </a:solidFill>
                        <a:latin typeface="Calibri"/>
                        <a:ea typeface="Calibri"/>
                        <a:cs typeface="Calibri"/>
                        <a:sym typeface="Calibri"/>
                      </a:endParaRPr>
                    </a:p>
                    <a:p>
                      <a:pPr indent="0" lvl="0" marL="0" rtl="0" algn="l">
                        <a:spcBef>
                          <a:spcPts val="0"/>
                        </a:spcBef>
                        <a:spcAft>
                          <a:spcPts val="0"/>
                        </a:spcAft>
                        <a:buNone/>
                      </a:pPr>
                      <a:r>
                        <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case RANKINE -&gt; switch (destino) {</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case CELSIUS -&gt; (valor - 491.67) * 5 / 9;</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case FAHRENHEIT -&gt; valor - 459.67;</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case KELVIN -&gt; valor * 5 / 9;</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default -&gt; throw new IllegalArgumentException("Conversión no soportada");</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    }</a:t>
                      </a:r>
                      <a:endParaRPr sz="1000">
                        <a:solidFill>
                          <a:srgbClr val="4F81BD"/>
                        </a:solidFill>
                        <a:latin typeface="Calibri"/>
                        <a:ea typeface="Calibri"/>
                        <a:cs typeface="Calibri"/>
                        <a:sym typeface="Calibri"/>
                      </a:endParaRPr>
                    </a:p>
                    <a:p>
                      <a:pPr indent="0" lvl="0" marL="0" rtl="0" algn="l">
                        <a:spcBef>
                          <a:spcPts val="0"/>
                        </a:spcBef>
                        <a:spcAft>
                          <a:spcPts val="0"/>
                        </a:spcAft>
                        <a:buNone/>
                      </a:pPr>
                      <a:r>
                        <a:rPr lang="es-ES" sz="1000">
                          <a:solidFill>
                            <a:srgbClr val="4F81BD"/>
                          </a:solidFill>
                          <a:latin typeface="Calibri"/>
                          <a:ea typeface="Calibri"/>
                          <a:cs typeface="Calibri"/>
                          <a:sym typeface="Calibri"/>
                        </a:rPr>
                        <a:t>}</a:t>
                      </a:r>
                      <a:endParaRPr sz="800">
                        <a:solidFill>
                          <a:srgbClr val="4F81BD"/>
                        </a:solidFill>
                        <a:latin typeface="Calibri"/>
                        <a:ea typeface="Calibri"/>
                        <a:cs typeface="Calibri"/>
                        <a:sym typeface="Calibri"/>
                      </a:endParaRPr>
                    </a:p>
                  </a:txBody>
                  <a:tcPr marT="63500" marB="63500" marR="63500" marL="63500"/>
                </a:tc>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p36"/>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286" name="Google Shape;286;p36"/>
          <p:cNvSpPr txBox="1"/>
          <p:nvPr>
            <p:ph idx="1" type="body"/>
          </p:nvPr>
        </p:nvSpPr>
        <p:spPr>
          <a:xfrm>
            <a:off x="581200" y="3037175"/>
            <a:ext cx="2132400" cy="2605800"/>
          </a:xfrm>
          <a:prstGeom prst="rect">
            <a:avLst/>
          </a:prstGeom>
          <a:noFill/>
          <a:ln>
            <a:noFill/>
          </a:ln>
        </p:spPr>
        <p:txBody>
          <a:bodyPr anchorCtr="0" anchor="ctr" bIns="45700" lIns="91425" spcFirstLastPara="1" rIns="91425" wrap="square" tIns="45700">
            <a:normAutofit/>
          </a:bodyPr>
          <a:lstStyle/>
          <a:p>
            <a:pPr indent="0" lvl="0" marL="0" rtl="0" algn="just">
              <a:lnSpc>
                <a:spcPct val="107000"/>
              </a:lnSpc>
              <a:spcBef>
                <a:spcPts val="0"/>
              </a:spcBef>
              <a:spcAft>
                <a:spcPts val="0"/>
              </a:spcAft>
              <a:buNone/>
            </a:pPr>
            <a:r>
              <a:rPr lang="es-ES" sz="1200">
                <a:latin typeface="Cambria"/>
                <a:ea typeface="Cambria"/>
                <a:cs typeface="Cambria"/>
                <a:sym typeface="Cambria"/>
              </a:rPr>
              <a:t>Aplicando una interfaz con el fin de hacer que el servicio pueda inyectar cualquier tipo de conversión sin limitarse a uno en concreto como se puede ver en la Tabla del Servicio</a:t>
            </a:r>
            <a:endParaRPr sz="1300">
              <a:latin typeface="Cambria"/>
              <a:ea typeface="Cambria"/>
              <a:cs typeface="Cambria"/>
              <a:sym typeface="Cambria"/>
            </a:endParaRPr>
          </a:p>
        </p:txBody>
      </p:sp>
      <p:sp>
        <p:nvSpPr>
          <p:cNvPr id="287" name="Google Shape;287;p36"/>
          <p:cNvSpPr/>
          <p:nvPr/>
        </p:nvSpPr>
        <p:spPr>
          <a:xfrm>
            <a:off x="9383697" y="0"/>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400"/>
              <a:buFont typeface="Arial"/>
              <a:buNone/>
            </a:pPr>
            <a:r>
              <a:t/>
            </a:r>
            <a:endParaRPr/>
          </a:p>
          <a:p>
            <a:pPr indent="-306000" lvl="0" marL="3060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DESARROLLO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rgbClr val="FFFF00"/>
              </a:buClr>
              <a:buSzPts val="1104"/>
              <a:buFont typeface="Noto Sans Symbols"/>
              <a:buChar char="◼"/>
            </a:pPr>
            <a:r>
              <a:rPr b="1" lang="es-ES" sz="1200">
                <a:solidFill>
                  <a:srgbClr val="FFFF00"/>
                </a:solidFill>
                <a:latin typeface="Gill Sans"/>
                <a:ea typeface="Gill Sans"/>
                <a:cs typeface="Gill Sans"/>
                <a:sym typeface="Gill Sans"/>
              </a:rPr>
              <a:t>CREACIÓN DEL SERVIDOR RESTful</a:t>
            </a:r>
            <a:endParaRPr>
              <a:solidFill>
                <a:srgbClr val="FFFF00"/>
              </a:solidFill>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12096" lvl="1" marL="763200" rtl="0" algn="l">
              <a:spcBef>
                <a:spcPts val="840"/>
              </a:spcBef>
              <a:spcAft>
                <a:spcPts val="0"/>
              </a:spcAft>
              <a:buClr>
                <a:schemeClr val="accent2"/>
              </a:buClr>
              <a:buSzPts val="1200"/>
              <a:buFont typeface="Gill Sans"/>
              <a:buChar char="◼"/>
            </a:pPr>
            <a:r>
              <a:rPr b="1" lang="es-ES" sz="1200">
                <a:solidFill>
                  <a:schemeClr val="lt1"/>
                </a:solidFill>
                <a:latin typeface="Gill Sans"/>
                <a:ea typeface="Gill Sans"/>
                <a:cs typeface="Gill Sans"/>
                <a:sym typeface="Gill Sans"/>
              </a:rPr>
              <a:t>CREACIÓN DEL PROYECTO MAUI</a:t>
            </a:r>
            <a:endParaRPr b="1" sz="1200">
              <a:solidFill>
                <a:schemeClr val="lt1"/>
              </a:solidFill>
              <a:latin typeface="Gill Sans"/>
              <a:ea typeface="Gill Sans"/>
              <a:cs typeface="Gill Sans"/>
              <a:sym typeface="Gill Sans"/>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MOVIL</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CONCLUSIONES</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RECOMENDACIONES</a:t>
            </a:r>
            <a:endParaRPr/>
          </a:p>
          <a:p>
            <a:pPr indent="0" lvl="0" marL="457200" rtl="0" algn="l">
              <a:spcBef>
                <a:spcPts val="840"/>
              </a:spcBef>
              <a:spcAft>
                <a:spcPts val="0"/>
              </a:spcAft>
              <a:buClr>
                <a:srgbClr val="000000"/>
              </a:buClr>
              <a:buSzPts val="1400"/>
              <a:buFont typeface="Arial"/>
              <a:buNone/>
            </a:pPr>
            <a:r>
              <a:t/>
            </a:r>
            <a:endParaRPr/>
          </a:p>
          <a:p>
            <a:pPr indent="0" lvl="0" marL="457200" rtl="0" algn="l">
              <a:spcBef>
                <a:spcPts val="840"/>
              </a:spcBef>
              <a:spcAft>
                <a:spcPts val="0"/>
              </a:spcAft>
              <a:buClr>
                <a:srgbClr val="000000"/>
              </a:buClr>
              <a:buSzPts val="1400"/>
              <a:buFont typeface="Arial"/>
              <a:buNone/>
            </a:pPr>
            <a:r>
              <a:t/>
            </a:r>
            <a:endParaRPr/>
          </a:p>
          <a:p>
            <a:pPr indent="0" lvl="0" marL="457200" marR="0" rtl="0" algn="l">
              <a:lnSpc>
                <a:spcPct val="100000"/>
              </a:lnSpc>
              <a:spcBef>
                <a:spcPts val="840"/>
              </a:spcBef>
              <a:spcAft>
                <a:spcPts val="0"/>
              </a:spcAft>
              <a:buClr>
                <a:srgbClr val="000000"/>
              </a:buClr>
              <a:buSzPts val="1400"/>
              <a:buFont typeface="Arial"/>
              <a:buNone/>
            </a:pPr>
            <a:r>
              <a:t/>
            </a:r>
            <a:endParaRPr/>
          </a:p>
        </p:txBody>
      </p:sp>
      <p:graphicFrame>
        <p:nvGraphicFramePr>
          <p:cNvPr id="288" name="Google Shape;288;p36"/>
          <p:cNvGraphicFramePr/>
          <p:nvPr/>
        </p:nvGraphicFramePr>
        <p:xfrm>
          <a:off x="2891513" y="2557313"/>
          <a:ext cx="3000000" cy="3000000"/>
        </p:xfrm>
        <a:graphic>
          <a:graphicData uri="http://schemas.openxmlformats.org/drawingml/2006/table">
            <a:tbl>
              <a:tblPr>
                <a:noFill/>
                <a:tableStyleId>{BF136021-7255-42B7-A7E7-87A8D8FFE9CA}</a:tableStyleId>
              </a:tblPr>
              <a:tblGrid>
                <a:gridCol w="6062675"/>
              </a:tblGrid>
              <a:tr h="1160900">
                <a:tc>
                  <a:txBody>
                    <a:bodyPr/>
                    <a:lstStyle/>
                    <a:p>
                      <a:pPr indent="0" lvl="0" marL="0" rtl="0" algn="l">
                        <a:spcBef>
                          <a:spcPts val="0"/>
                        </a:spcBef>
                        <a:spcAft>
                          <a:spcPts val="0"/>
                        </a:spcAft>
                        <a:buNone/>
                      </a:pPr>
                      <a:r>
                        <a:rPr lang="es-ES" sz="1200">
                          <a:solidFill>
                            <a:srgbClr val="4F81BD"/>
                          </a:solidFill>
                          <a:latin typeface="Calibri"/>
                          <a:ea typeface="Calibri"/>
                          <a:cs typeface="Calibri"/>
                          <a:sym typeface="Calibri"/>
                        </a:rPr>
                        <a:t>package ec.edu.monster.servicios;</a:t>
                      </a:r>
                      <a:endParaRPr sz="1200">
                        <a:solidFill>
                          <a:srgbClr val="4F81BD"/>
                        </a:solidFill>
                        <a:latin typeface="Calibri"/>
                        <a:ea typeface="Calibri"/>
                        <a:cs typeface="Calibri"/>
                        <a:sym typeface="Calibri"/>
                      </a:endParaRPr>
                    </a:p>
                    <a:p>
                      <a:pPr indent="0" lvl="0" marL="0" rtl="0" algn="l">
                        <a:spcBef>
                          <a:spcPts val="0"/>
                        </a:spcBef>
                        <a:spcAft>
                          <a:spcPts val="0"/>
                        </a:spcAft>
                        <a:buNone/>
                      </a:pPr>
                      <a:r>
                        <a:t/>
                      </a:r>
                      <a:endParaRPr sz="1200">
                        <a:solidFill>
                          <a:srgbClr val="4F81BD"/>
                        </a:solidFill>
                        <a:latin typeface="Calibri"/>
                        <a:ea typeface="Calibri"/>
                        <a:cs typeface="Calibri"/>
                        <a:sym typeface="Calibri"/>
                      </a:endParaRPr>
                    </a:p>
                    <a:p>
                      <a:pPr indent="0" lvl="0" marL="0" rtl="0" algn="l">
                        <a:spcBef>
                          <a:spcPts val="0"/>
                        </a:spcBef>
                        <a:spcAft>
                          <a:spcPts val="0"/>
                        </a:spcAft>
                        <a:buNone/>
                      </a:pPr>
                      <a:r>
                        <a:rPr lang="es-ES" sz="1200">
                          <a:solidFill>
                            <a:srgbClr val="4F81BD"/>
                          </a:solidFill>
                          <a:latin typeface="Calibri"/>
                          <a:ea typeface="Calibri"/>
                          <a:cs typeface="Calibri"/>
                          <a:sym typeface="Calibri"/>
                        </a:rPr>
                        <a:t>import ec.edu.monster.modelos.utilidades.IConversor;</a:t>
                      </a:r>
                      <a:endParaRPr sz="1200">
                        <a:solidFill>
                          <a:srgbClr val="4F81BD"/>
                        </a:solidFill>
                        <a:latin typeface="Calibri"/>
                        <a:ea typeface="Calibri"/>
                        <a:cs typeface="Calibri"/>
                        <a:sym typeface="Calibri"/>
                      </a:endParaRPr>
                    </a:p>
                    <a:p>
                      <a:pPr indent="0" lvl="0" marL="0" rtl="0" algn="l">
                        <a:spcBef>
                          <a:spcPts val="0"/>
                        </a:spcBef>
                        <a:spcAft>
                          <a:spcPts val="0"/>
                        </a:spcAft>
                        <a:buNone/>
                      </a:pPr>
                      <a:r>
                        <a:t/>
                      </a:r>
                      <a:endParaRPr sz="1200">
                        <a:solidFill>
                          <a:srgbClr val="4F81BD"/>
                        </a:solidFill>
                        <a:latin typeface="Calibri"/>
                        <a:ea typeface="Calibri"/>
                        <a:cs typeface="Calibri"/>
                        <a:sym typeface="Calibri"/>
                      </a:endParaRPr>
                    </a:p>
                    <a:p>
                      <a:pPr indent="0" lvl="0" marL="0" rtl="0" algn="l">
                        <a:spcBef>
                          <a:spcPts val="0"/>
                        </a:spcBef>
                        <a:spcAft>
                          <a:spcPts val="0"/>
                        </a:spcAft>
                        <a:buNone/>
                      </a:pPr>
                      <a:r>
                        <a:rPr lang="es-ES" sz="1200">
                          <a:solidFill>
                            <a:srgbClr val="4F81BD"/>
                          </a:solidFill>
                          <a:latin typeface="Calibri"/>
                          <a:ea typeface="Calibri"/>
                          <a:cs typeface="Calibri"/>
                          <a:sym typeface="Calibri"/>
                        </a:rPr>
                        <a:t>public class ServicioConversor&lt;T&gt; {</a:t>
                      </a:r>
                      <a:endParaRPr sz="1200">
                        <a:solidFill>
                          <a:srgbClr val="4F81BD"/>
                        </a:solidFill>
                        <a:latin typeface="Calibri"/>
                        <a:ea typeface="Calibri"/>
                        <a:cs typeface="Calibri"/>
                        <a:sym typeface="Calibri"/>
                      </a:endParaRPr>
                    </a:p>
                    <a:p>
                      <a:pPr indent="0" lvl="0" marL="0" rtl="0" algn="l">
                        <a:spcBef>
                          <a:spcPts val="0"/>
                        </a:spcBef>
                        <a:spcAft>
                          <a:spcPts val="0"/>
                        </a:spcAft>
                        <a:buNone/>
                      </a:pPr>
                      <a:r>
                        <a:t/>
                      </a:r>
                      <a:endParaRPr sz="1200">
                        <a:solidFill>
                          <a:srgbClr val="4F81BD"/>
                        </a:solidFill>
                        <a:latin typeface="Calibri"/>
                        <a:ea typeface="Calibri"/>
                        <a:cs typeface="Calibri"/>
                        <a:sym typeface="Calibri"/>
                      </a:endParaRPr>
                    </a:p>
                    <a:p>
                      <a:pPr indent="0" lvl="0" marL="0" rtl="0" algn="l">
                        <a:spcBef>
                          <a:spcPts val="0"/>
                        </a:spcBef>
                        <a:spcAft>
                          <a:spcPts val="0"/>
                        </a:spcAft>
                        <a:buNone/>
                      </a:pPr>
                      <a:r>
                        <a:rPr lang="es-ES" sz="1200">
                          <a:solidFill>
                            <a:srgbClr val="4F81BD"/>
                          </a:solidFill>
                          <a:latin typeface="Calibri"/>
                          <a:ea typeface="Calibri"/>
                          <a:cs typeface="Calibri"/>
                          <a:sym typeface="Calibri"/>
                        </a:rPr>
                        <a:t>    private final IConversor&lt;T&gt; conversor;</a:t>
                      </a:r>
                      <a:endParaRPr sz="1200">
                        <a:solidFill>
                          <a:srgbClr val="4F81BD"/>
                        </a:solidFill>
                        <a:latin typeface="Calibri"/>
                        <a:ea typeface="Calibri"/>
                        <a:cs typeface="Calibri"/>
                        <a:sym typeface="Calibri"/>
                      </a:endParaRPr>
                    </a:p>
                    <a:p>
                      <a:pPr indent="0" lvl="0" marL="0" rtl="0" algn="l">
                        <a:spcBef>
                          <a:spcPts val="0"/>
                        </a:spcBef>
                        <a:spcAft>
                          <a:spcPts val="0"/>
                        </a:spcAft>
                        <a:buNone/>
                      </a:pPr>
                      <a:r>
                        <a:t/>
                      </a:r>
                      <a:endParaRPr sz="1200">
                        <a:solidFill>
                          <a:srgbClr val="4F81BD"/>
                        </a:solidFill>
                        <a:latin typeface="Calibri"/>
                        <a:ea typeface="Calibri"/>
                        <a:cs typeface="Calibri"/>
                        <a:sym typeface="Calibri"/>
                      </a:endParaRPr>
                    </a:p>
                    <a:p>
                      <a:pPr indent="0" lvl="0" marL="0" rtl="0" algn="l">
                        <a:spcBef>
                          <a:spcPts val="0"/>
                        </a:spcBef>
                        <a:spcAft>
                          <a:spcPts val="0"/>
                        </a:spcAft>
                        <a:buNone/>
                      </a:pPr>
                      <a:r>
                        <a:rPr lang="es-ES" sz="1200">
                          <a:solidFill>
                            <a:srgbClr val="4F81BD"/>
                          </a:solidFill>
                          <a:latin typeface="Calibri"/>
                          <a:ea typeface="Calibri"/>
                          <a:cs typeface="Calibri"/>
                          <a:sym typeface="Calibri"/>
                        </a:rPr>
                        <a:t>    public ServicioConversor(IConversor&lt;T&gt; conversor) {</a:t>
                      </a:r>
                      <a:endParaRPr sz="1200">
                        <a:solidFill>
                          <a:srgbClr val="4F81BD"/>
                        </a:solidFill>
                        <a:latin typeface="Calibri"/>
                        <a:ea typeface="Calibri"/>
                        <a:cs typeface="Calibri"/>
                        <a:sym typeface="Calibri"/>
                      </a:endParaRPr>
                    </a:p>
                    <a:p>
                      <a:pPr indent="0" lvl="0" marL="0" rtl="0" algn="l">
                        <a:spcBef>
                          <a:spcPts val="0"/>
                        </a:spcBef>
                        <a:spcAft>
                          <a:spcPts val="0"/>
                        </a:spcAft>
                        <a:buNone/>
                      </a:pPr>
                      <a:r>
                        <a:rPr lang="es-ES" sz="1200">
                          <a:solidFill>
                            <a:srgbClr val="4F81BD"/>
                          </a:solidFill>
                          <a:latin typeface="Calibri"/>
                          <a:ea typeface="Calibri"/>
                          <a:cs typeface="Calibri"/>
                          <a:sym typeface="Calibri"/>
                        </a:rPr>
                        <a:t>        this.conversor = conversor;</a:t>
                      </a:r>
                      <a:endParaRPr sz="1200">
                        <a:solidFill>
                          <a:srgbClr val="4F81BD"/>
                        </a:solidFill>
                        <a:latin typeface="Calibri"/>
                        <a:ea typeface="Calibri"/>
                        <a:cs typeface="Calibri"/>
                        <a:sym typeface="Calibri"/>
                      </a:endParaRPr>
                    </a:p>
                    <a:p>
                      <a:pPr indent="0" lvl="0" marL="0" rtl="0" algn="l">
                        <a:spcBef>
                          <a:spcPts val="0"/>
                        </a:spcBef>
                        <a:spcAft>
                          <a:spcPts val="0"/>
                        </a:spcAft>
                        <a:buNone/>
                      </a:pPr>
                      <a:r>
                        <a:rPr lang="es-ES" sz="1200">
                          <a:solidFill>
                            <a:srgbClr val="4F81BD"/>
                          </a:solidFill>
                          <a:latin typeface="Calibri"/>
                          <a:ea typeface="Calibri"/>
                          <a:cs typeface="Calibri"/>
                          <a:sym typeface="Calibri"/>
                        </a:rPr>
                        <a:t>    }</a:t>
                      </a:r>
                      <a:endParaRPr sz="1200">
                        <a:solidFill>
                          <a:srgbClr val="4F81BD"/>
                        </a:solidFill>
                        <a:latin typeface="Calibri"/>
                        <a:ea typeface="Calibri"/>
                        <a:cs typeface="Calibri"/>
                        <a:sym typeface="Calibri"/>
                      </a:endParaRPr>
                    </a:p>
                    <a:p>
                      <a:pPr indent="0" lvl="0" marL="0" rtl="0" algn="l">
                        <a:spcBef>
                          <a:spcPts val="0"/>
                        </a:spcBef>
                        <a:spcAft>
                          <a:spcPts val="0"/>
                        </a:spcAft>
                        <a:buNone/>
                      </a:pPr>
                      <a:r>
                        <a:t/>
                      </a:r>
                      <a:endParaRPr sz="1200">
                        <a:solidFill>
                          <a:srgbClr val="4F81BD"/>
                        </a:solidFill>
                        <a:latin typeface="Calibri"/>
                        <a:ea typeface="Calibri"/>
                        <a:cs typeface="Calibri"/>
                        <a:sym typeface="Calibri"/>
                      </a:endParaRPr>
                    </a:p>
                    <a:p>
                      <a:pPr indent="0" lvl="0" marL="0" rtl="0" algn="l">
                        <a:spcBef>
                          <a:spcPts val="0"/>
                        </a:spcBef>
                        <a:spcAft>
                          <a:spcPts val="0"/>
                        </a:spcAft>
                        <a:buNone/>
                      </a:pPr>
                      <a:r>
                        <a:rPr lang="es-ES" sz="1200">
                          <a:solidFill>
                            <a:srgbClr val="4F81BD"/>
                          </a:solidFill>
                          <a:latin typeface="Calibri"/>
                          <a:ea typeface="Calibri"/>
                          <a:cs typeface="Calibri"/>
                          <a:sym typeface="Calibri"/>
                        </a:rPr>
                        <a:t>    public double convertir(double valor, T origen, T destino) {</a:t>
                      </a:r>
                      <a:endParaRPr sz="1200">
                        <a:solidFill>
                          <a:srgbClr val="4F81BD"/>
                        </a:solidFill>
                        <a:latin typeface="Calibri"/>
                        <a:ea typeface="Calibri"/>
                        <a:cs typeface="Calibri"/>
                        <a:sym typeface="Calibri"/>
                      </a:endParaRPr>
                    </a:p>
                    <a:p>
                      <a:pPr indent="0" lvl="0" marL="0" rtl="0" algn="l">
                        <a:spcBef>
                          <a:spcPts val="0"/>
                        </a:spcBef>
                        <a:spcAft>
                          <a:spcPts val="0"/>
                        </a:spcAft>
                        <a:buNone/>
                      </a:pPr>
                      <a:r>
                        <a:rPr lang="es-ES" sz="1200">
                          <a:solidFill>
                            <a:srgbClr val="4F81BD"/>
                          </a:solidFill>
                          <a:latin typeface="Calibri"/>
                          <a:ea typeface="Calibri"/>
                          <a:cs typeface="Calibri"/>
                          <a:sym typeface="Calibri"/>
                        </a:rPr>
                        <a:t>        if (conversor == null) {</a:t>
                      </a:r>
                      <a:endParaRPr sz="1200">
                        <a:solidFill>
                          <a:srgbClr val="4F81BD"/>
                        </a:solidFill>
                        <a:latin typeface="Calibri"/>
                        <a:ea typeface="Calibri"/>
                        <a:cs typeface="Calibri"/>
                        <a:sym typeface="Calibri"/>
                      </a:endParaRPr>
                    </a:p>
                    <a:p>
                      <a:pPr indent="0" lvl="0" marL="0" rtl="0" algn="l">
                        <a:spcBef>
                          <a:spcPts val="0"/>
                        </a:spcBef>
                        <a:spcAft>
                          <a:spcPts val="0"/>
                        </a:spcAft>
                        <a:buNone/>
                      </a:pPr>
                      <a:r>
                        <a:rPr lang="es-ES" sz="1200">
                          <a:solidFill>
                            <a:srgbClr val="4F81BD"/>
                          </a:solidFill>
                          <a:latin typeface="Calibri"/>
                          <a:ea typeface="Calibri"/>
                          <a:cs typeface="Calibri"/>
                          <a:sym typeface="Calibri"/>
                        </a:rPr>
                        <a:t>            throw new IllegalStateException("No se ha inyectado un conversor");</a:t>
                      </a:r>
                      <a:endParaRPr sz="1200">
                        <a:solidFill>
                          <a:srgbClr val="4F81BD"/>
                        </a:solidFill>
                        <a:latin typeface="Calibri"/>
                        <a:ea typeface="Calibri"/>
                        <a:cs typeface="Calibri"/>
                        <a:sym typeface="Calibri"/>
                      </a:endParaRPr>
                    </a:p>
                    <a:p>
                      <a:pPr indent="0" lvl="0" marL="0" rtl="0" algn="l">
                        <a:spcBef>
                          <a:spcPts val="0"/>
                        </a:spcBef>
                        <a:spcAft>
                          <a:spcPts val="0"/>
                        </a:spcAft>
                        <a:buNone/>
                      </a:pPr>
                      <a:r>
                        <a:rPr lang="es-ES" sz="1200">
                          <a:solidFill>
                            <a:srgbClr val="4F81BD"/>
                          </a:solidFill>
                          <a:latin typeface="Calibri"/>
                          <a:ea typeface="Calibri"/>
                          <a:cs typeface="Calibri"/>
                          <a:sym typeface="Calibri"/>
                        </a:rPr>
                        <a:t>        }</a:t>
                      </a:r>
                      <a:endParaRPr sz="1200">
                        <a:solidFill>
                          <a:srgbClr val="4F81BD"/>
                        </a:solidFill>
                        <a:latin typeface="Calibri"/>
                        <a:ea typeface="Calibri"/>
                        <a:cs typeface="Calibri"/>
                        <a:sym typeface="Calibri"/>
                      </a:endParaRPr>
                    </a:p>
                    <a:p>
                      <a:pPr indent="0" lvl="0" marL="0" rtl="0" algn="l">
                        <a:spcBef>
                          <a:spcPts val="0"/>
                        </a:spcBef>
                        <a:spcAft>
                          <a:spcPts val="0"/>
                        </a:spcAft>
                        <a:buNone/>
                      </a:pPr>
                      <a:r>
                        <a:rPr lang="es-ES" sz="1200">
                          <a:solidFill>
                            <a:srgbClr val="4F81BD"/>
                          </a:solidFill>
                          <a:latin typeface="Calibri"/>
                          <a:ea typeface="Calibri"/>
                          <a:cs typeface="Calibri"/>
                          <a:sym typeface="Calibri"/>
                        </a:rPr>
                        <a:t>        return conversor.convertir(valor, origen, destino);</a:t>
                      </a:r>
                      <a:endParaRPr sz="1200">
                        <a:solidFill>
                          <a:srgbClr val="4F81BD"/>
                        </a:solidFill>
                        <a:latin typeface="Calibri"/>
                        <a:ea typeface="Calibri"/>
                        <a:cs typeface="Calibri"/>
                        <a:sym typeface="Calibri"/>
                      </a:endParaRPr>
                    </a:p>
                    <a:p>
                      <a:pPr indent="0" lvl="0" marL="0" rtl="0" algn="l">
                        <a:spcBef>
                          <a:spcPts val="0"/>
                        </a:spcBef>
                        <a:spcAft>
                          <a:spcPts val="0"/>
                        </a:spcAft>
                        <a:buNone/>
                      </a:pPr>
                      <a:r>
                        <a:rPr lang="es-ES" sz="1200">
                          <a:solidFill>
                            <a:srgbClr val="4F81BD"/>
                          </a:solidFill>
                          <a:latin typeface="Calibri"/>
                          <a:ea typeface="Calibri"/>
                          <a:cs typeface="Calibri"/>
                          <a:sym typeface="Calibri"/>
                        </a:rPr>
                        <a:t>    }</a:t>
                      </a:r>
                      <a:endParaRPr sz="1200">
                        <a:solidFill>
                          <a:srgbClr val="4F81BD"/>
                        </a:solidFill>
                        <a:latin typeface="Calibri"/>
                        <a:ea typeface="Calibri"/>
                        <a:cs typeface="Calibri"/>
                        <a:sym typeface="Calibri"/>
                      </a:endParaRPr>
                    </a:p>
                    <a:p>
                      <a:pPr indent="0" lvl="0" marL="0" rtl="0" algn="l">
                        <a:spcBef>
                          <a:spcPts val="0"/>
                        </a:spcBef>
                        <a:spcAft>
                          <a:spcPts val="0"/>
                        </a:spcAft>
                        <a:buNone/>
                      </a:pPr>
                      <a:r>
                        <a:rPr lang="es-ES" sz="1200">
                          <a:solidFill>
                            <a:srgbClr val="4F81BD"/>
                          </a:solidFill>
                          <a:latin typeface="Calibri"/>
                          <a:ea typeface="Calibri"/>
                          <a:cs typeface="Calibri"/>
                          <a:sym typeface="Calibri"/>
                        </a:rPr>
                        <a:t>}</a:t>
                      </a:r>
                      <a:endParaRPr sz="1200">
                        <a:solidFill>
                          <a:srgbClr val="4F81BD"/>
                        </a:solidFill>
                        <a:latin typeface="Calibri"/>
                        <a:ea typeface="Calibri"/>
                        <a:cs typeface="Calibri"/>
                        <a:sym typeface="Calibri"/>
                      </a:endParaRPr>
                    </a:p>
                  </a:txBody>
                  <a:tcPr marT="63500" marB="63500" marR="63500" marL="63500"/>
                </a:tc>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37"/>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294" name="Google Shape;294;p37"/>
          <p:cNvSpPr txBox="1"/>
          <p:nvPr>
            <p:ph idx="1" type="body"/>
          </p:nvPr>
        </p:nvSpPr>
        <p:spPr>
          <a:xfrm>
            <a:off x="581200" y="2018775"/>
            <a:ext cx="2685600" cy="4558800"/>
          </a:xfrm>
          <a:prstGeom prst="rect">
            <a:avLst/>
          </a:prstGeom>
          <a:noFill/>
          <a:ln>
            <a:noFill/>
          </a:ln>
        </p:spPr>
        <p:txBody>
          <a:bodyPr anchorCtr="0" anchor="ctr" bIns="45700" lIns="91425" spcFirstLastPara="1" rIns="91425" wrap="square" tIns="45700">
            <a:normAutofit/>
          </a:bodyPr>
          <a:lstStyle/>
          <a:p>
            <a:r>
              <a:t>1.2.6 	Ejecución en Servidor Kestrel (.NET 8)</a:t>
            </a:r>
          </a:p>
          <a:p>
            <a:r>
              <a:t>Se ejecuta el servicio RESTful en nuestro servidor Kestrel y se comprueba la documentación interactiva Swagger UI / OpenAPI 3.0 en: http://localhost:5000/swagger</a:t>
            </a:r>
          </a:p>
        </p:txBody>
      </p:sp>
      <p:sp>
        <p:nvSpPr>
          <p:cNvPr id="295" name="Google Shape;295;p37"/>
          <p:cNvSpPr/>
          <p:nvPr/>
        </p:nvSpPr>
        <p:spPr>
          <a:xfrm>
            <a:off x="9383697" y="0"/>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400"/>
              <a:buFont typeface="Arial"/>
              <a:buNone/>
            </a:pPr>
            <a:r>
              <a:t/>
            </a:r>
            <a:endParaRPr/>
          </a:p>
          <a:p>
            <a:pPr indent="-306000" lvl="0" marL="3060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DESARROLLO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rgbClr val="FFFF00"/>
              </a:buClr>
              <a:buSzPts val="1104"/>
              <a:buFont typeface="Noto Sans Symbols"/>
              <a:buChar char="◼"/>
            </a:pPr>
            <a:r>
              <a:rPr b="1" lang="es-ES" sz="1200">
                <a:solidFill>
                  <a:srgbClr val="FFFF00"/>
                </a:solidFill>
                <a:latin typeface="Gill Sans"/>
                <a:ea typeface="Gill Sans"/>
                <a:cs typeface="Gill Sans"/>
                <a:sym typeface="Gill Sans"/>
              </a:rPr>
              <a:t>CREACIÓN DEL SERVIDOR RESTful</a:t>
            </a:r>
            <a:endParaRPr>
              <a:solidFill>
                <a:srgbClr val="FFFF00"/>
              </a:solidFill>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12096" lvl="1" marL="763200" rtl="0" algn="l">
              <a:spcBef>
                <a:spcPts val="840"/>
              </a:spcBef>
              <a:spcAft>
                <a:spcPts val="0"/>
              </a:spcAft>
              <a:buClr>
                <a:schemeClr val="accent2"/>
              </a:buClr>
              <a:buSzPts val="1200"/>
              <a:buFont typeface="Gill Sans"/>
              <a:buChar char="◼"/>
            </a:pPr>
            <a:r>
              <a:rPr b="1" lang="es-ES" sz="1200">
                <a:solidFill>
                  <a:schemeClr val="lt1"/>
                </a:solidFill>
                <a:latin typeface="Gill Sans"/>
                <a:ea typeface="Gill Sans"/>
                <a:cs typeface="Gill Sans"/>
                <a:sym typeface="Gill Sans"/>
              </a:rPr>
              <a:t>CREACIÓN DEL PROYECTO MAUI</a:t>
            </a:r>
            <a:endParaRPr b="1" sz="1200">
              <a:solidFill>
                <a:schemeClr val="lt1"/>
              </a:solidFill>
              <a:latin typeface="Gill Sans"/>
              <a:ea typeface="Gill Sans"/>
              <a:cs typeface="Gill Sans"/>
              <a:sym typeface="Gill Sans"/>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MOVIL</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CONCLUSIONES</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RECOMENDACIONES</a:t>
            </a:r>
            <a:endParaRPr/>
          </a:p>
          <a:p>
            <a:pPr indent="0" lvl="0" marL="457200" rtl="0" algn="l">
              <a:spcBef>
                <a:spcPts val="840"/>
              </a:spcBef>
              <a:spcAft>
                <a:spcPts val="0"/>
              </a:spcAft>
              <a:buClr>
                <a:srgbClr val="000000"/>
              </a:buClr>
              <a:buSzPts val="1400"/>
              <a:buFont typeface="Arial"/>
              <a:buNone/>
            </a:pPr>
            <a:r>
              <a:t/>
            </a:r>
            <a:endParaRPr/>
          </a:p>
          <a:p>
            <a:pPr indent="0" lvl="0" marL="457200" rtl="0" algn="l">
              <a:spcBef>
                <a:spcPts val="840"/>
              </a:spcBef>
              <a:spcAft>
                <a:spcPts val="0"/>
              </a:spcAft>
              <a:buClr>
                <a:srgbClr val="000000"/>
              </a:buClr>
              <a:buSzPts val="1400"/>
              <a:buFont typeface="Arial"/>
              <a:buNone/>
            </a:pPr>
            <a:r>
              <a:t/>
            </a:r>
            <a:endParaRPr/>
          </a:p>
          <a:p>
            <a:pPr indent="0" lvl="0" marL="457200" marR="0" rtl="0" algn="l">
              <a:lnSpc>
                <a:spcPct val="100000"/>
              </a:lnSpc>
              <a:spcBef>
                <a:spcPts val="840"/>
              </a:spcBef>
              <a:spcAft>
                <a:spcPts val="0"/>
              </a:spcAft>
              <a:buClr>
                <a:srgbClr val="000000"/>
              </a:buClr>
              <a:buSzPts val="1400"/>
              <a:buFont typeface="Arial"/>
              <a:buNone/>
            </a:pPr>
            <a:r>
              <a:t/>
            </a:r>
            <a:endParaRPr/>
          </a:p>
        </p:txBody>
      </p:sp>
      <p:pic>
        <p:nvPicPr>
          <p:cNvPr id="296" name="Picture 295" descr="image.png"/>
          <p:cNvPicPr>
            <a:picLocks noChangeAspect="1"/>
          </p:cNvPicPr>
          <p:nvPr/>
        </p:nvPicPr>
        <p:blipFill>
          <a:blip r:embed="rId4"/>
          <a:stretch>
            <a:fillRect/>
          </a:stretch>
        </p:blipFill>
        <p:spPr>
          <a:xfrm>
            <a:off x="3728750" y="1878563"/>
            <a:ext cx="5192894" cy="4839225"/>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38"/>
          <p:cNvSpPr/>
          <p:nvPr/>
        </p:nvSpPr>
        <p:spPr>
          <a:xfrm>
            <a:off x="9383697" y="0"/>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306000" lvl="0" marL="3060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rgbClr val="FFFF00"/>
                </a:solidFill>
                <a:latin typeface="Gill Sans"/>
                <a:ea typeface="Gill Sans"/>
                <a:cs typeface="Gill Sans"/>
                <a:sym typeface="Gill Sans"/>
              </a:rPr>
              <a:t>DESARROLLO</a:t>
            </a:r>
            <a:endParaRPr b="0" i="0" sz="1400" u="none" cap="none" strike="noStrike">
              <a:solidFill>
                <a:srgbClr val="000000"/>
              </a:solidFill>
              <a:latin typeface="Arial"/>
              <a:ea typeface="Arial"/>
              <a:cs typeface="Arial"/>
              <a:sym typeface="Arial"/>
            </a:endParaRPr>
          </a:p>
          <a:p>
            <a:pPr indent="-306000" lvl="1" marL="7632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OBJETIVO</a:t>
            </a:r>
            <a:endParaRPr b="0" i="0" sz="1400" u="none" cap="none" strike="noStrike">
              <a:solidFill>
                <a:schemeClr val="lt1"/>
              </a:solidFill>
              <a:latin typeface="Arial"/>
              <a:ea typeface="Arial"/>
              <a:cs typeface="Arial"/>
              <a:sym typeface="Arial"/>
            </a:endParaRPr>
          </a:p>
          <a:p>
            <a:pPr indent="-306000" lvl="1" marL="763200" marR="0" rtl="0" algn="l">
              <a:lnSpc>
                <a:spcPct val="100000"/>
              </a:lnSpc>
              <a:spcBef>
                <a:spcPts val="840"/>
              </a:spcBef>
              <a:spcAft>
                <a:spcPts val="0"/>
              </a:spcAft>
              <a:buClr>
                <a:schemeClr val="accent2"/>
              </a:buClr>
              <a:buSzPts val="1104"/>
              <a:buFont typeface="Noto Sans Symbols"/>
              <a:buChar char="◼"/>
            </a:pPr>
            <a:r>
              <a:rPr b="1" i="0" lang="es-ES" sz="1200" u="none" cap="none" strike="noStrike">
                <a:solidFill>
                  <a:schemeClr val="lt1"/>
                </a:solidFill>
                <a:latin typeface="Gill Sans"/>
                <a:ea typeface="Gill Sans"/>
                <a:cs typeface="Gill Sans"/>
                <a:sym typeface="Gill Sans"/>
              </a:rPr>
              <a:t>CREACIÓN DEL SERVIDOR RESTful</a:t>
            </a:r>
            <a:endParaRPr b="0" i="0" sz="1400" u="none" cap="none" strike="noStrike">
              <a:solidFill>
                <a:schemeClr val="lt1"/>
              </a:solidFill>
              <a:latin typeface="Arial"/>
              <a:ea typeface="Arial"/>
              <a:cs typeface="Arial"/>
              <a:sym typeface="Arial"/>
            </a:endParaRPr>
          </a:p>
          <a:p>
            <a:pPr indent="-306000" lvl="1" marL="763200" marR="0" rtl="0" algn="l">
              <a:lnSpc>
                <a:spcPct val="100000"/>
              </a:lnSpc>
              <a:spcBef>
                <a:spcPts val="840"/>
              </a:spcBef>
              <a:spcAft>
                <a:spcPts val="0"/>
              </a:spcAft>
              <a:buClr>
                <a:srgbClr val="FFFF00"/>
              </a:buClr>
              <a:buSzPts val="1104"/>
              <a:buFont typeface="Noto Sans Symbols"/>
              <a:buChar char="◼"/>
            </a:pPr>
            <a:r>
              <a:rPr b="1" i="0" lang="es-ES" sz="1200" u="none" cap="none" strike="noStrike">
                <a:solidFill>
                  <a:srgbClr val="FFFF00"/>
                </a:solidFill>
                <a:latin typeface="Gill Sans"/>
                <a:ea typeface="Gill Sans"/>
                <a:cs typeface="Gill Sans"/>
                <a:sym typeface="Gill Sans"/>
              </a:rPr>
              <a:t>CREACIÓN DEL PROYECTO – CLIENTE CONSOLA</a:t>
            </a:r>
            <a:endParaRPr b="1" i="0" sz="1200" u="none" cap="none" strike="noStrike">
              <a:solidFill>
                <a:srgbClr val="FFFF00"/>
              </a:solidFill>
              <a:latin typeface="Gill Sans"/>
              <a:ea typeface="Gill Sans"/>
              <a:cs typeface="Gill Sans"/>
              <a:sym typeface="Gill Sans"/>
            </a:endParaRPr>
          </a:p>
          <a:p>
            <a:pPr indent="-312096" lvl="1" marL="763200" marR="0" rtl="0" algn="l">
              <a:lnSpc>
                <a:spcPct val="100000"/>
              </a:lnSpc>
              <a:spcBef>
                <a:spcPts val="840"/>
              </a:spcBef>
              <a:spcAft>
                <a:spcPts val="0"/>
              </a:spcAft>
              <a:buClr>
                <a:schemeClr val="accent2"/>
              </a:buClr>
              <a:buSzPts val="1200"/>
              <a:buFont typeface="Gill Sans"/>
              <a:buChar char="◼"/>
            </a:pPr>
            <a:r>
              <a:rPr b="1" lang="es-ES" sz="1200">
                <a:solidFill>
                  <a:schemeClr val="lt1"/>
                </a:solidFill>
                <a:latin typeface="Gill Sans"/>
                <a:ea typeface="Gill Sans"/>
                <a:cs typeface="Gill Sans"/>
                <a:sym typeface="Gill Sans"/>
              </a:rPr>
              <a:t>CREACIÓN DEL PROYECTO MAUI</a:t>
            </a:r>
            <a:endParaRPr b="1" sz="1200">
              <a:solidFill>
                <a:schemeClr val="lt1"/>
              </a:solidFill>
              <a:latin typeface="Gill Sans"/>
              <a:ea typeface="Gill Sans"/>
              <a:cs typeface="Gill Sans"/>
              <a:sym typeface="Gill Sans"/>
            </a:endParaRPr>
          </a:p>
          <a:p>
            <a:pPr indent="-306000" lvl="1" marL="7632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CREACIÓN DEL PROYECTO – CLIENTE ESCRITORIO</a:t>
            </a:r>
            <a:endParaRPr b="0" i="0" sz="1400" u="none" cap="none" strike="noStrike">
              <a:solidFill>
                <a:srgbClr val="000000"/>
              </a:solidFill>
              <a:latin typeface="Arial"/>
              <a:ea typeface="Arial"/>
              <a:cs typeface="Arial"/>
              <a:sym typeface="Arial"/>
            </a:endParaRPr>
          </a:p>
          <a:p>
            <a:pPr indent="-306000" lvl="1" marL="7632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CREACIÓN DEL PROYECTO – CLIENTE WEB</a:t>
            </a:r>
            <a:endParaRPr b="0" i="0" sz="1400" u="none" cap="none" strike="noStrike">
              <a:solidFill>
                <a:srgbClr val="000000"/>
              </a:solidFill>
              <a:latin typeface="Arial"/>
              <a:ea typeface="Arial"/>
              <a:cs typeface="Arial"/>
              <a:sym typeface="Arial"/>
            </a:endParaRPr>
          </a:p>
          <a:p>
            <a:pPr indent="-306000" lvl="1" marL="7632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CREACIÓN DEL PROYECTO – CLIENTE MOVIL</a:t>
            </a:r>
            <a:endParaRPr b="0" i="0" sz="1400" u="none" cap="none" strike="noStrike">
              <a:solidFill>
                <a:srgbClr val="000000"/>
              </a:solidFill>
              <a:latin typeface="Arial"/>
              <a:ea typeface="Arial"/>
              <a:cs typeface="Arial"/>
              <a:sym typeface="Arial"/>
            </a:endParaRPr>
          </a:p>
          <a:p>
            <a:pPr indent="-306000" lvl="0" marL="3060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CONCLUSIONES</a:t>
            </a:r>
            <a:endParaRPr b="0" i="0" sz="1400" u="none" cap="none" strike="noStrike">
              <a:solidFill>
                <a:srgbClr val="000000"/>
              </a:solidFill>
              <a:latin typeface="Arial"/>
              <a:ea typeface="Arial"/>
              <a:cs typeface="Arial"/>
              <a:sym typeface="Arial"/>
            </a:endParaRPr>
          </a:p>
          <a:p>
            <a:pPr indent="-306000" lvl="0" marL="3060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RECOMENDACIONES</a:t>
            </a:r>
            <a:endParaRPr b="0" i="0" sz="1400" u="none" cap="none" strike="noStrike">
              <a:solidFill>
                <a:srgbClr val="000000"/>
              </a:solidFill>
              <a:latin typeface="Arial"/>
              <a:ea typeface="Arial"/>
              <a:cs typeface="Arial"/>
              <a:sym typeface="Arial"/>
            </a:endParaRPr>
          </a:p>
          <a:p>
            <a:pPr indent="0" lvl="0" marL="457200" marR="0" rtl="0" algn="l">
              <a:lnSpc>
                <a:spcPct val="100000"/>
              </a:lnSpc>
              <a:spcBef>
                <a:spcPts val="84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2" name="Google Shape;302;p38"/>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303" name="Google Shape;303;p38"/>
          <p:cNvSpPr txBox="1"/>
          <p:nvPr>
            <p:ph idx="1" type="body"/>
          </p:nvPr>
        </p:nvSpPr>
        <p:spPr>
          <a:xfrm>
            <a:off x="581200" y="1983000"/>
            <a:ext cx="8581500" cy="2149500"/>
          </a:xfrm>
          <a:prstGeom prst="rect">
            <a:avLst/>
          </a:prstGeom>
          <a:noFill/>
          <a:ln>
            <a:noFill/>
          </a:ln>
        </p:spPr>
        <p:txBody>
          <a:bodyPr anchorCtr="0" anchor="ctr" bIns="45700" lIns="91425" spcFirstLastPara="1" rIns="91425" wrap="square" tIns="45700">
            <a:normAutofit fontScale="92500" lnSpcReduction="10000"/>
          </a:bodyPr>
          <a:lstStyle/>
          <a:p>
            <a:pPr indent="0" lvl="0" marL="0" rtl="0" algn="l">
              <a:lnSpc>
                <a:spcPct val="115000"/>
              </a:lnSpc>
              <a:spcBef>
                <a:spcPts val="1200"/>
              </a:spcBef>
              <a:spcAft>
                <a:spcPts val="0"/>
              </a:spcAft>
              <a:buClr>
                <a:schemeClr val="dk1"/>
              </a:buClr>
              <a:buSzPct val="70332"/>
              <a:buFont typeface="Arial"/>
              <a:buNone/>
            </a:pPr>
            <a:r>
              <a:rPr b="1" lang="es-ES" sz="1564">
                <a:latin typeface="Cambria"/>
                <a:ea typeface="Cambria"/>
                <a:cs typeface="Cambria"/>
                <a:sym typeface="Cambria"/>
              </a:rPr>
              <a:t>1.3 	CREACIÓN DEL PROYECTO CLIENTE CONSOLA</a:t>
            </a:r>
            <a:endParaRPr b="1" sz="1564">
              <a:latin typeface="Cambria"/>
              <a:ea typeface="Cambria"/>
              <a:cs typeface="Cambria"/>
              <a:sym typeface="Cambria"/>
            </a:endParaRPr>
          </a:p>
          <a:p>
            <a:pPr indent="0" lvl="0" marL="0" rtl="0" algn="l">
              <a:lnSpc>
                <a:spcPct val="115000"/>
              </a:lnSpc>
              <a:spcBef>
                <a:spcPts val="1200"/>
              </a:spcBef>
              <a:spcAft>
                <a:spcPts val="0"/>
              </a:spcAft>
              <a:buClr>
                <a:schemeClr val="dk1"/>
              </a:buClr>
              <a:buSzPct val="70332"/>
              <a:buFont typeface="Arial"/>
              <a:buNone/>
            </a:pPr>
            <a:r>
              <a:t/>
            </a:r>
            <a:endParaRPr b="1" sz="1564">
              <a:latin typeface="Cambria"/>
              <a:ea typeface="Cambria"/>
              <a:cs typeface="Cambria"/>
              <a:sym typeface="Cambria"/>
            </a:endParaRPr>
          </a:p>
          <a:p>
            <a:pPr indent="-320524" lvl="0" marL="457200" rtl="0" algn="l">
              <a:lnSpc>
                <a:spcPct val="115000"/>
              </a:lnSpc>
              <a:spcBef>
                <a:spcPts val="0"/>
              </a:spcBef>
              <a:spcAft>
                <a:spcPts val="0"/>
              </a:spcAft>
              <a:buSzPct val="100064"/>
              <a:buFont typeface="Cambria"/>
              <a:buChar char="◼"/>
            </a:pPr>
            <a:r>
              <a:rPr lang="es-ES" sz="1564">
                <a:latin typeface="Cambria"/>
                <a:ea typeface="Cambria"/>
                <a:cs typeface="Cambria"/>
                <a:sym typeface="Cambria"/>
              </a:rPr>
              <a:t>Para el cliente consola se uso Visual Studio en el cual se debe crear un nuevo proyecto para ello se seleccionó el gestor de proyectos C# .NET 8 with Maven, el tipo de aplicativo que se usa es C# .NET 8 </a:t>
            </a:r>
            <a:r>
              <a:rPr lang="es-ES" sz="1564">
                <a:latin typeface="Cambria"/>
                <a:ea typeface="Cambria"/>
                <a:cs typeface="Cambria"/>
                <a:sym typeface="Cambria"/>
              </a:rPr>
              <a:t>Application</a:t>
            </a:r>
            <a:r>
              <a:rPr lang="es-ES" sz="1564">
                <a:latin typeface="Cambria"/>
                <a:ea typeface="Cambria"/>
                <a:cs typeface="Cambria"/>
                <a:sym typeface="Cambria"/>
              </a:rPr>
              <a:t>.</a:t>
            </a:r>
            <a:endParaRPr sz="1564">
              <a:latin typeface="Cambria"/>
              <a:ea typeface="Cambria"/>
              <a:cs typeface="Cambria"/>
              <a:sym typeface="Cambria"/>
            </a:endParaRPr>
          </a:p>
          <a:p>
            <a:pPr indent="-320465" lvl="0" marL="457200" rtl="0" algn="l">
              <a:lnSpc>
                <a:spcPct val="115000"/>
              </a:lnSpc>
              <a:spcBef>
                <a:spcPts val="0"/>
              </a:spcBef>
              <a:spcAft>
                <a:spcPts val="0"/>
              </a:spcAft>
              <a:buSzPct val="100000"/>
              <a:buFont typeface="Cambria"/>
              <a:buChar char="◼"/>
            </a:pPr>
            <a:r>
              <a:rPr lang="es-ES" sz="1564">
                <a:latin typeface="Cambria"/>
                <a:ea typeface="Cambria"/>
                <a:cs typeface="Cambria"/>
                <a:sym typeface="Cambria"/>
              </a:rPr>
              <a:t>Se asigna un nombre al proyecto, se da una ubicacion, y se configura el group id con el que se quiere nombrar.</a:t>
            </a:r>
            <a:endParaRPr sz="1564">
              <a:latin typeface="Cambria"/>
              <a:ea typeface="Cambria"/>
              <a:cs typeface="Cambria"/>
              <a:sym typeface="Cambria"/>
            </a:endParaRPr>
          </a:p>
          <a:p>
            <a:pPr indent="0" lvl="0" marL="0" rtl="0" algn="l">
              <a:lnSpc>
                <a:spcPct val="115000"/>
              </a:lnSpc>
              <a:spcBef>
                <a:spcPts val="1200"/>
              </a:spcBef>
              <a:spcAft>
                <a:spcPts val="1200"/>
              </a:spcAft>
              <a:buSzPct val="99162"/>
              <a:buNone/>
            </a:pPr>
            <a:r>
              <a:t/>
            </a:r>
            <a:endParaRPr sz="1670">
              <a:latin typeface="Cambria"/>
              <a:ea typeface="Cambria"/>
              <a:cs typeface="Cambria"/>
              <a:sym typeface="Cambria"/>
            </a:endParaRPr>
          </a:p>
        </p:txBody>
      </p:sp>
      <p:pic>
        <p:nvPicPr>
          <p:cNvPr id="304" name="Google Shape;304;p38"/>
          <p:cNvPicPr preferRelativeResize="0"/>
          <p:nvPr/>
        </p:nvPicPr>
        <p:blipFill>
          <a:blip r:embed="rId3">
            <a:alphaModFix/>
          </a:blip>
          <a:stretch>
            <a:fillRect/>
          </a:stretch>
        </p:blipFill>
        <p:spPr>
          <a:xfrm>
            <a:off x="581200" y="3907425"/>
            <a:ext cx="3704150" cy="2528925"/>
          </a:xfrm>
          <a:prstGeom prst="rect">
            <a:avLst/>
          </a:prstGeom>
          <a:noFill/>
          <a:ln>
            <a:noFill/>
          </a:ln>
        </p:spPr>
      </p:pic>
      <p:pic>
        <p:nvPicPr>
          <p:cNvPr id="305" name="Google Shape;305;p38"/>
          <p:cNvPicPr preferRelativeResize="0"/>
          <p:nvPr/>
        </p:nvPicPr>
        <p:blipFill>
          <a:blip r:embed="rId4">
            <a:alphaModFix/>
          </a:blip>
          <a:stretch>
            <a:fillRect/>
          </a:stretch>
        </p:blipFill>
        <p:spPr>
          <a:xfrm>
            <a:off x="4900125" y="3765892"/>
            <a:ext cx="3704150" cy="2593608"/>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p39"/>
          <p:cNvSpPr/>
          <p:nvPr/>
        </p:nvSpPr>
        <p:spPr>
          <a:xfrm>
            <a:off x="9383697" y="0"/>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306000" lvl="0" marL="3060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rgbClr val="FFFF00"/>
                </a:solidFill>
                <a:latin typeface="Gill Sans"/>
                <a:ea typeface="Gill Sans"/>
                <a:cs typeface="Gill Sans"/>
                <a:sym typeface="Gill Sans"/>
              </a:rPr>
              <a:t>DESARROLLO</a:t>
            </a:r>
            <a:endParaRPr b="0" i="0" sz="1400" u="none" cap="none" strike="noStrike">
              <a:solidFill>
                <a:srgbClr val="000000"/>
              </a:solidFill>
              <a:latin typeface="Arial"/>
              <a:ea typeface="Arial"/>
              <a:cs typeface="Arial"/>
              <a:sym typeface="Arial"/>
            </a:endParaRPr>
          </a:p>
          <a:p>
            <a:pPr indent="-306000" lvl="1" marL="7632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OBJETIVO</a:t>
            </a:r>
            <a:endParaRPr b="0" i="0" sz="1400" u="none" cap="none" strike="noStrike">
              <a:solidFill>
                <a:schemeClr val="lt1"/>
              </a:solidFill>
              <a:latin typeface="Arial"/>
              <a:ea typeface="Arial"/>
              <a:cs typeface="Arial"/>
              <a:sym typeface="Arial"/>
            </a:endParaRPr>
          </a:p>
          <a:p>
            <a:pPr indent="-306000" lvl="1" marL="763200" marR="0" rtl="0" algn="l">
              <a:lnSpc>
                <a:spcPct val="100000"/>
              </a:lnSpc>
              <a:spcBef>
                <a:spcPts val="840"/>
              </a:spcBef>
              <a:spcAft>
                <a:spcPts val="0"/>
              </a:spcAft>
              <a:buClr>
                <a:schemeClr val="accent2"/>
              </a:buClr>
              <a:buSzPts val="1104"/>
              <a:buFont typeface="Noto Sans Symbols"/>
              <a:buChar char="◼"/>
            </a:pPr>
            <a:r>
              <a:rPr b="1" i="0" lang="es-ES" sz="1200" u="none" cap="none" strike="noStrike">
                <a:solidFill>
                  <a:schemeClr val="lt1"/>
                </a:solidFill>
                <a:latin typeface="Gill Sans"/>
                <a:ea typeface="Gill Sans"/>
                <a:cs typeface="Gill Sans"/>
                <a:sym typeface="Gill Sans"/>
              </a:rPr>
              <a:t>CREACIÓN DEL SERVIDOR RESTful</a:t>
            </a:r>
            <a:endParaRPr b="0" i="0" sz="1400" u="none" cap="none" strike="noStrike">
              <a:solidFill>
                <a:schemeClr val="lt1"/>
              </a:solidFill>
              <a:latin typeface="Arial"/>
              <a:ea typeface="Arial"/>
              <a:cs typeface="Arial"/>
              <a:sym typeface="Arial"/>
            </a:endParaRPr>
          </a:p>
          <a:p>
            <a:pPr indent="-306000" lvl="1" marL="763200" marR="0" rtl="0" algn="l">
              <a:lnSpc>
                <a:spcPct val="100000"/>
              </a:lnSpc>
              <a:spcBef>
                <a:spcPts val="840"/>
              </a:spcBef>
              <a:spcAft>
                <a:spcPts val="0"/>
              </a:spcAft>
              <a:buClr>
                <a:srgbClr val="FFFF00"/>
              </a:buClr>
              <a:buSzPts val="1104"/>
              <a:buFont typeface="Noto Sans Symbols"/>
              <a:buChar char="◼"/>
            </a:pPr>
            <a:r>
              <a:rPr b="1" i="0" lang="es-ES" sz="1200" u="none" cap="none" strike="noStrike">
                <a:solidFill>
                  <a:srgbClr val="FFFF00"/>
                </a:solidFill>
                <a:latin typeface="Gill Sans"/>
                <a:ea typeface="Gill Sans"/>
                <a:cs typeface="Gill Sans"/>
                <a:sym typeface="Gill Sans"/>
              </a:rPr>
              <a:t>CREACIÓN DEL PROYECTO – CLIENTE CONSOLA</a:t>
            </a:r>
            <a:endParaRPr b="1" i="0" sz="1200" u="none" cap="none" strike="noStrike">
              <a:solidFill>
                <a:srgbClr val="FFFF00"/>
              </a:solidFill>
              <a:latin typeface="Gill Sans"/>
              <a:ea typeface="Gill Sans"/>
              <a:cs typeface="Gill Sans"/>
              <a:sym typeface="Gill Sans"/>
            </a:endParaRPr>
          </a:p>
          <a:p>
            <a:pPr indent="-312096" lvl="1" marL="763200" marR="0" rtl="0" algn="l">
              <a:lnSpc>
                <a:spcPct val="100000"/>
              </a:lnSpc>
              <a:spcBef>
                <a:spcPts val="840"/>
              </a:spcBef>
              <a:spcAft>
                <a:spcPts val="0"/>
              </a:spcAft>
              <a:buClr>
                <a:schemeClr val="accent2"/>
              </a:buClr>
              <a:buSzPts val="1200"/>
              <a:buFont typeface="Gill Sans"/>
              <a:buChar char="◼"/>
            </a:pPr>
            <a:r>
              <a:rPr b="1" lang="es-ES" sz="1200">
                <a:solidFill>
                  <a:schemeClr val="lt1"/>
                </a:solidFill>
                <a:latin typeface="Gill Sans"/>
                <a:ea typeface="Gill Sans"/>
                <a:cs typeface="Gill Sans"/>
                <a:sym typeface="Gill Sans"/>
              </a:rPr>
              <a:t>CREACIÓN DEL PROYECTO MAUI</a:t>
            </a:r>
            <a:endParaRPr b="1" sz="1200">
              <a:solidFill>
                <a:schemeClr val="lt1"/>
              </a:solidFill>
              <a:latin typeface="Gill Sans"/>
              <a:ea typeface="Gill Sans"/>
              <a:cs typeface="Gill Sans"/>
              <a:sym typeface="Gill Sans"/>
            </a:endParaRPr>
          </a:p>
          <a:p>
            <a:pPr indent="-306000" lvl="1" marL="7632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CREACIÓN DEL PROYECTO – CLIENTE ESCRITORIO</a:t>
            </a:r>
            <a:endParaRPr b="0" i="0" sz="1400" u="none" cap="none" strike="noStrike">
              <a:solidFill>
                <a:srgbClr val="000000"/>
              </a:solidFill>
              <a:latin typeface="Arial"/>
              <a:ea typeface="Arial"/>
              <a:cs typeface="Arial"/>
              <a:sym typeface="Arial"/>
            </a:endParaRPr>
          </a:p>
          <a:p>
            <a:pPr indent="-306000" lvl="1" marL="7632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CREACIÓN DEL PROYECTO – CLIENTE WEB</a:t>
            </a:r>
            <a:endParaRPr b="0" i="0" sz="1400" u="none" cap="none" strike="noStrike">
              <a:solidFill>
                <a:srgbClr val="000000"/>
              </a:solidFill>
              <a:latin typeface="Arial"/>
              <a:ea typeface="Arial"/>
              <a:cs typeface="Arial"/>
              <a:sym typeface="Arial"/>
            </a:endParaRPr>
          </a:p>
          <a:p>
            <a:pPr indent="-306000" lvl="1" marL="7632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CREACIÓN DEL PROYECTO – CLIENTE MOVIL</a:t>
            </a:r>
            <a:endParaRPr b="0" i="0" sz="1400" u="none" cap="none" strike="noStrike">
              <a:solidFill>
                <a:srgbClr val="000000"/>
              </a:solidFill>
              <a:latin typeface="Arial"/>
              <a:ea typeface="Arial"/>
              <a:cs typeface="Arial"/>
              <a:sym typeface="Arial"/>
            </a:endParaRPr>
          </a:p>
          <a:p>
            <a:pPr indent="-306000" lvl="0" marL="3060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CONCLUSIONES</a:t>
            </a:r>
            <a:endParaRPr b="0" i="0" sz="1400" u="none" cap="none" strike="noStrike">
              <a:solidFill>
                <a:srgbClr val="000000"/>
              </a:solidFill>
              <a:latin typeface="Arial"/>
              <a:ea typeface="Arial"/>
              <a:cs typeface="Arial"/>
              <a:sym typeface="Arial"/>
            </a:endParaRPr>
          </a:p>
          <a:p>
            <a:pPr indent="-306000" lvl="0" marL="3060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RECOMENDACIONES</a:t>
            </a:r>
            <a:endParaRPr b="0" i="0" sz="1400" u="none" cap="none" strike="noStrike">
              <a:solidFill>
                <a:srgbClr val="000000"/>
              </a:solidFill>
              <a:latin typeface="Arial"/>
              <a:ea typeface="Arial"/>
              <a:cs typeface="Arial"/>
              <a:sym typeface="Arial"/>
            </a:endParaRPr>
          </a:p>
          <a:p>
            <a:pPr indent="0" lvl="0" marL="457200" marR="0" rtl="0" algn="l">
              <a:lnSpc>
                <a:spcPct val="100000"/>
              </a:lnSpc>
              <a:spcBef>
                <a:spcPts val="84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1" name="Google Shape;311;p39"/>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312" name="Google Shape;312;p39"/>
          <p:cNvSpPr txBox="1"/>
          <p:nvPr>
            <p:ph idx="1" type="body"/>
          </p:nvPr>
        </p:nvSpPr>
        <p:spPr>
          <a:xfrm>
            <a:off x="581200" y="1983000"/>
            <a:ext cx="8581500" cy="2149500"/>
          </a:xfrm>
          <a:prstGeom prst="rect">
            <a:avLst/>
          </a:prstGeom>
          <a:noFill/>
          <a:ln>
            <a:noFill/>
          </a:ln>
        </p:spPr>
        <p:txBody>
          <a:bodyPr anchorCtr="0" anchor="ctr" bIns="45700" lIns="91425" spcFirstLastPara="1" rIns="91425" wrap="square" tIns="45700">
            <a:normAutofit/>
          </a:bodyPr>
          <a:lstStyle/>
          <a:p>
            <a:pPr indent="0" lvl="0" marL="0" rtl="0" algn="l">
              <a:lnSpc>
                <a:spcPct val="115000"/>
              </a:lnSpc>
              <a:spcBef>
                <a:spcPts val="1200"/>
              </a:spcBef>
              <a:spcAft>
                <a:spcPts val="0"/>
              </a:spcAft>
              <a:buClr>
                <a:schemeClr val="dk1"/>
              </a:buClr>
              <a:buSzPts val="1100"/>
              <a:buFont typeface="Arial"/>
              <a:buNone/>
            </a:pPr>
            <a:r>
              <a:rPr b="1" lang="es-ES" sz="1564">
                <a:latin typeface="Cambria"/>
                <a:ea typeface="Cambria"/>
                <a:cs typeface="Cambria"/>
                <a:sym typeface="Cambria"/>
              </a:rPr>
              <a:t>1.3 	CREACIÓN DEL PROYECTO CLIENTE CONSOLA</a:t>
            </a:r>
            <a:endParaRPr b="1" sz="1564">
              <a:latin typeface="Cambria"/>
              <a:ea typeface="Cambria"/>
              <a:cs typeface="Cambria"/>
              <a:sym typeface="Cambria"/>
            </a:endParaRPr>
          </a:p>
          <a:p>
            <a:pPr indent="0" lvl="0" marL="0" rtl="0" algn="l">
              <a:lnSpc>
                <a:spcPct val="115000"/>
              </a:lnSpc>
              <a:spcBef>
                <a:spcPts val="1200"/>
              </a:spcBef>
              <a:spcAft>
                <a:spcPts val="0"/>
              </a:spcAft>
              <a:buClr>
                <a:schemeClr val="dk1"/>
              </a:buClr>
              <a:buSzPts val="1100"/>
              <a:buFont typeface="Arial"/>
              <a:buNone/>
            </a:pPr>
            <a:r>
              <a:t/>
            </a:r>
            <a:endParaRPr b="1" sz="1564">
              <a:latin typeface="Cambria"/>
              <a:ea typeface="Cambria"/>
              <a:cs typeface="Cambria"/>
              <a:sym typeface="Cambria"/>
            </a:endParaRPr>
          </a:p>
          <a:p>
            <a:pPr indent="-327914" lvl="0" marL="457200" rtl="0" algn="l">
              <a:lnSpc>
                <a:spcPct val="115000"/>
              </a:lnSpc>
              <a:spcBef>
                <a:spcPts val="0"/>
              </a:spcBef>
              <a:spcAft>
                <a:spcPts val="0"/>
              </a:spcAft>
              <a:buSzPts val="1564"/>
              <a:buFont typeface="Cambria"/>
              <a:buChar char="◼"/>
            </a:pPr>
            <a:r>
              <a:rPr lang="es-ES" sz="1564">
                <a:latin typeface="Cambria"/>
                <a:ea typeface="Cambria"/>
                <a:cs typeface="Cambria"/>
                <a:sym typeface="Cambria"/>
              </a:rPr>
              <a:t>Una vez que se creó el proyecto se debe generar los diferentes paquetes, donde se colocarán los archivos con código fuente.</a:t>
            </a:r>
            <a:endParaRPr sz="1564">
              <a:latin typeface="Cambria"/>
              <a:ea typeface="Cambria"/>
              <a:cs typeface="Cambria"/>
              <a:sym typeface="Cambria"/>
            </a:endParaRPr>
          </a:p>
          <a:p>
            <a:pPr indent="0" lvl="0" marL="0" rtl="0" algn="l">
              <a:lnSpc>
                <a:spcPct val="115000"/>
              </a:lnSpc>
              <a:spcBef>
                <a:spcPts val="1200"/>
              </a:spcBef>
              <a:spcAft>
                <a:spcPts val="1200"/>
              </a:spcAft>
              <a:buSzPts val="1656"/>
              <a:buNone/>
            </a:pPr>
            <a:r>
              <a:t/>
            </a:r>
            <a:endParaRPr sz="1670">
              <a:latin typeface="Cambria"/>
              <a:ea typeface="Cambria"/>
              <a:cs typeface="Cambria"/>
              <a:sym typeface="Cambria"/>
            </a:endParaRPr>
          </a:p>
        </p:txBody>
      </p:sp>
      <p:pic>
        <p:nvPicPr>
          <p:cNvPr id="313" name="Google Shape;313;p39"/>
          <p:cNvPicPr preferRelativeResize="0"/>
          <p:nvPr/>
        </p:nvPicPr>
        <p:blipFill>
          <a:blip r:embed="rId3">
            <a:alphaModFix/>
          </a:blip>
          <a:stretch>
            <a:fillRect/>
          </a:stretch>
        </p:blipFill>
        <p:spPr>
          <a:xfrm>
            <a:off x="2668875" y="3950625"/>
            <a:ext cx="3743325" cy="2409825"/>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40"/>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319" name="Google Shape;319;p40"/>
          <p:cNvSpPr txBox="1"/>
          <p:nvPr>
            <p:ph idx="1" type="body"/>
          </p:nvPr>
        </p:nvSpPr>
        <p:spPr>
          <a:xfrm>
            <a:off x="581200" y="1876275"/>
            <a:ext cx="2132400" cy="4701300"/>
          </a:xfrm>
          <a:prstGeom prst="rect">
            <a:avLst/>
          </a:prstGeom>
          <a:noFill/>
          <a:ln>
            <a:noFill/>
          </a:ln>
        </p:spPr>
        <p:txBody>
          <a:bodyPr anchorCtr="0" anchor="ctr" bIns="45700" lIns="91425" spcFirstLastPara="1" rIns="91425" wrap="square" tIns="45700">
            <a:normAutofit/>
          </a:bodyPr>
          <a:lstStyle/>
          <a:p>
            <a:pPr indent="-327406" lvl="0" marL="457200" rtl="0" algn="l">
              <a:lnSpc>
                <a:spcPct val="150000"/>
              </a:lnSpc>
              <a:spcBef>
                <a:spcPts val="0"/>
              </a:spcBef>
              <a:spcAft>
                <a:spcPts val="0"/>
              </a:spcAft>
              <a:buSzPts val="1556"/>
              <a:buChar char="∙"/>
            </a:pPr>
            <a:r>
              <a:rPr lang="es-ES" sz="1100">
                <a:solidFill>
                  <a:schemeClr val="dk1"/>
                </a:solidFill>
                <a:latin typeface="Calibri"/>
                <a:ea typeface="Calibri"/>
                <a:cs typeface="Calibri"/>
                <a:sym typeface="Calibri"/>
              </a:rPr>
              <a:t>A continuación se detallarán las clases principales con su código fuente.</a:t>
            </a:r>
            <a:endParaRPr sz="1100">
              <a:solidFill>
                <a:schemeClr val="dk1"/>
              </a:solidFill>
              <a:latin typeface="Calibri"/>
              <a:ea typeface="Calibri"/>
              <a:cs typeface="Calibri"/>
              <a:sym typeface="Calibri"/>
            </a:endParaRPr>
          </a:p>
          <a:p>
            <a:pPr indent="-304800" lvl="0" marL="457200" rtl="0" algn="just">
              <a:lnSpc>
                <a:spcPct val="107000"/>
              </a:lnSpc>
              <a:spcBef>
                <a:spcPts val="0"/>
              </a:spcBef>
              <a:spcAft>
                <a:spcPts val="0"/>
              </a:spcAft>
              <a:buSzPts val="1200"/>
              <a:buFont typeface="Cambria"/>
              <a:buChar char="∙"/>
            </a:pPr>
            <a:r>
              <a:t/>
            </a:r>
            <a:endParaRPr sz="1200">
              <a:latin typeface="Cambria"/>
              <a:ea typeface="Cambria"/>
              <a:cs typeface="Cambria"/>
              <a:sym typeface="Cambria"/>
            </a:endParaRPr>
          </a:p>
        </p:txBody>
      </p:sp>
      <p:sp>
        <p:nvSpPr>
          <p:cNvPr id="320" name="Google Shape;320;p40"/>
          <p:cNvSpPr/>
          <p:nvPr/>
        </p:nvSpPr>
        <p:spPr>
          <a:xfrm>
            <a:off x="9383697" y="0"/>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400"/>
              <a:buFont typeface="Arial"/>
              <a:buNone/>
            </a:pPr>
            <a:r>
              <a:t/>
            </a:r>
            <a:endParaRPr/>
          </a:p>
          <a:p>
            <a:pPr indent="-306000" lvl="0" marL="3060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DESARROLLO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SERVIDOR RESTful</a:t>
            </a:r>
            <a:endParaRPr>
              <a:solidFill>
                <a:schemeClr val="lt1"/>
              </a:solidFill>
            </a:endParaRPr>
          </a:p>
          <a:p>
            <a:pPr indent="-306000" lvl="1" marL="763200" rtl="0" algn="l">
              <a:spcBef>
                <a:spcPts val="840"/>
              </a:spcBef>
              <a:spcAft>
                <a:spcPts val="0"/>
              </a:spcAft>
              <a:buClr>
                <a:srgbClr val="FFFF00"/>
              </a:buClr>
              <a:buSzPts val="1104"/>
              <a:buFont typeface="Noto Sans Symbols"/>
              <a:buChar char="◼"/>
            </a:pPr>
            <a:r>
              <a:rPr b="1" lang="es-ES" sz="1200">
                <a:solidFill>
                  <a:srgbClr val="FFFF00"/>
                </a:solidFill>
                <a:latin typeface="Gill Sans"/>
                <a:ea typeface="Gill Sans"/>
                <a:cs typeface="Gill Sans"/>
                <a:sym typeface="Gill Sans"/>
              </a:rPr>
              <a:t>CREACIÓN DEL PROYECTO – CLIENTE CONSOLA</a:t>
            </a:r>
            <a:endParaRPr b="1" sz="1200">
              <a:solidFill>
                <a:srgbClr val="FFFF00"/>
              </a:solidFill>
              <a:latin typeface="Gill Sans"/>
              <a:ea typeface="Gill Sans"/>
              <a:cs typeface="Gill Sans"/>
              <a:sym typeface="Gill Sans"/>
            </a:endParaRPr>
          </a:p>
          <a:p>
            <a:pPr indent="-312096" lvl="1" marL="763200" rtl="0" algn="l">
              <a:spcBef>
                <a:spcPts val="840"/>
              </a:spcBef>
              <a:spcAft>
                <a:spcPts val="0"/>
              </a:spcAft>
              <a:buClr>
                <a:schemeClr val="accent2"/>
              </a:buClr>
              <a:buSzPts val="1200"/>
              <a:buFont typeface="Gill Sans"/>
              <a:buChar char="◼"/>
            </a:pPr>
            <a:r>
              <a:rPr b="1" lang="es-ES" sz="1200">
                <a:solidFill>
                  <a:schemeClr val="lt1"/>
                </a:solidFill>
                <a:latin typeface="Gill Sans"/>
                <a:ea typeface="Gill Sans"/>
                <a:cs typeface="Gill Sans"/>
                <a:sym typeface="Gill Sans"/>
              </a:rPr>
              <a:t>CREACIÓN DEL PROYECTO MAUI</a:t>
            </a:r>
            <a:endParaRPr b="1" sz="1200">
              <a:solidFill>
                <a:schemeClr val="lt1"/>
              </a:solidFill>
              <a:latin typeface="Gill Sans"/>
              <a:ea typeface="Gill Sans"/>
              <a:cs typeface="Gill Sans"/>
              <a:sym typeface="Gill Sans"/>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MOVIL</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CONCLUSIONES</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RECOMENDACIONES</a:t>
            </a:r>
            <a:endParaRPr/>
          </a:p>
          <a:p>
            <a:pPr indent="0" lvl="0" marL="457200" rtl="0" algn="l">
              <a:spcBef>
                <a:spcPts val="840"/>
              </a:spcBef>
              <a:spcAft>
                <a:spcPts val="0"/>
              </a:spcAft>
              <a:buClr>
                <a:srgbClr val="000000"/>
              </a:buClr>
              <a:buSzPts val="1400"/>
              <a:buFont typeface="Arial"/>
              <a:buNone/>
            </a:pPr>
            <a:r>
              <a:t/>
            </a:r>
            <a:endParaRPr/>
          </a:p>
          <a:p>
            <a:pPr indent="0" lvl="0" marL="457200" rtl="0" algn="l">
              <a:spcBef>
                <a:spcPts val="840"/>
              </a:spcBef>
              <a:spcAft>
                <a:spcPts val="0"/>
              </a:spcAft>
              <a:buClr>
                <a:srgbClr val="000000"/>
              </a:buClr>
              <a:buSzPts val="1400"/>
              <a:buFont typeface="Arial"/>
              <a:buNone/>
            </a:pPr>
            <a:r>
              <a:t/>
            </a:r>
            <a:endParaRPr/>
          </a:p>
          <a:p>
            <a:pPr indent="0" lvl="0" marL="457200" marR="0" rtl="0" algn="l">
              <a:lnSpc>
                <a:spcPct val="100000"/>
              </a:lnSpc>
              <a:spcBef>
                <a:spcPts val="840"/>
              </a:spcBef>
              <a:spcAft>
                <a:spcPts val="0"/>
              </a:spcAft>
              <a:buClr>
                <a:srgbClr val="000000"/>
              </a:buClr>
              <a:buSzPts val="1400"/>
              <a:buFont typeface="Arial"/>
              <a:buNone/>
            </a:pPr>
            <a:r>
              <a:t/>
            </a:r>
            <a:endParaRPr/>
          </a:p>
        </p:txBody>
      </p:sp>
      <p:graphicFrame>
        <p:nvGraphicFramePr>
          <p:cNvPr id="321" name="Google Shape;321;p40"/>
          <p:cNvGraphicFramePr/>
          <p:nvPr/>
        </p:nvGraphicFramePr>
        <p:xfrm>
          <a:off x="2964625" y="1876275"/>
          <a:ext cx="3000000" cy="3000000"/>
        </p:xfrm>
        <a:graphic>
          <a:graphicData uri="http://schemas.openxmlformats.org/drawingml/2006/table">
            <a:tbl>
              <a:tblPr>
                <a:noFill/>
                <a:tableStyleId>{BF136021-7255-42B7-A7E7-87A8D8FFE9CA}</a:tableStyleId>
              </a:tblPr>
              <a:tblGrid>
                <a:gridCol w="6062675"/>
              </a:tblGrid>
              <a:tr h="4701300">
                <a:tc>
                  <a:txBody>
                    <a:bodyPr/>
                    <a:lstStyle/>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package client.ws;</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import jakarta.jws.WebMethod;</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import jakarta.jws.WebParam;</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import jakarta.jws.WebResult;</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import jakarta.jws.WebService;</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import jakarta.jws.soap.SOAPBinding;</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@WebService(name = "WSConversorUnidades", targetNamespace = "http://ws.controladores.monster.edu.ec/")</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@SOAPBinding(parameterStyle = SOAPBinding.ParameterStyle.WRAPPED)</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public interface ContratoWSConversor {</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@WebMethod(operationName = "login")</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@WebResult(name = "return")</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String login(</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@WebParam(name = "usuario") String usuario,</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@WebParam(name = "contrasenia") String contrasenia);</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@WebMethod(operationName = "convertirLongitud")</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@WebResult(name = "return")</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double convertirLongitud(</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@WebParam(name = "valor") double valor,</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@WebParam(name = "unidadInicial") String unidadInicial,</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            @WebParam(name = "unidadFinal") String unidadFinal);</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t/>
                      </a:r>
                      <a:endParaRPr sz="1100">
                        <a:solidFill>
                          <a:srgbClr val="4F81BD"/>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ES" sz="1100">
                          <a:solidFill>
                            <a:srgbClr val="4F81BD"/>
                          </a:solidFill>
                          <a:latin typeface="Calibri"/>
                          <a:ea typeface="Calibri"/>
                          <a:cs typeface="Calibri"/>
                          <a:sym typeface="Calibri"/>
                        </a:rPr>
                        <a:t>}</a:t>
                      </a:r>
                      <a:endParaRPr sz="900">
                        <a:solidFill>
                          <a:srgbClr val="4F81BD"/>
                        </a:solidFill>
                        <a:latin typeface="Calibri"/>
                        <a:ea typeface="Calibri"/>
                        <a:cs typeface="Calibri"/>
                        <a:sym typeface="Calibri"/>
                      </a:endParaRPr>
                    </a:p>
                  </a:txBody>
                  <a:tcPr marT="63500" marB="63500" marR="63500" marL="63500"/>
                </a:tc>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sp>
        <p:nvSpPr>
          <p:cNvPr id="326" name="Google Shape;326;p41"/>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327" name="Google Shape;327;p41"/>
          <p:cNvSpPr txBox="1"/>
          <p:nvPr>
            <p:ph idx="1" type="body"/>
          </p:nvPr>
        </p:nvSpPr>
        <p:spPr>
          <a:xfrm>
            <a:off x="581200" y="1876275"/>
            <a:ext cx="2132400" cy="4701300"/>
          </a:xfrm>
          <a:prstGeom prst="rect">
            <a:avLst/>
          </a:prstGeom>
          <a:noFill/>
          <a:ln>
            <a:noFill/>
          </a:ln>
        </p:spPr>
        <p:txBody>
          <a:bodyPr anchorCtr="0" anchor="ctr" bIns="45700" lIns="91425" spcFirstLastPara="1" rIns="91425" wrap="square" tIns="45700">
            <a:normAutofit/>
          </a:bodyPr>
          <a:lstStyle/>
          <a:p>
            <a:pPr indent="-327406" lvl="0" marL="457200" rtl="0" algn="l">
              <a:lnSpc>
                <a:spcPct val="150000"/>
              </a:lnSpc>
              <a:spcBef>
                <a:spcPts val="0"/>
              </a:spcBef>
              <a:spcAft>
                <a:spcPts val="0"/>
              </a:spcAft>
              <a:buSzPts val="1556"/>
              <a:buChar char="∙"/>
            </a:pPr>
            <a:r>
              <a:rPr lang="es-ES" sz="1100">
                <a:solidFill>
                  <a:schemeClr val="dk1"/>
                </a:solidFill>
                <a:latin typeface="Calibri"/>
                <a:ea typeface="Calibri"/>
                <a:cs typeface="Calibri"/>
                <a:sym typeface="Calibri"/>
              </a:rPr>
              <a:t>A continuación se detallarán las clases principales con su código fuente.</a:t>
            </a:r>
            <a:endParaRPr sz="1100">
              <a:solidFill>
                <a:schemeClr val="dk1"/>
              </a:solidFill>
              <a:latin typeface="Calibri"/>
              <a:ea typeface="Calibri"/>
              <a:cs typeface="Calibri"/>
              <a:sym typeface="Calibri"/>
            </a:endParaRPr>
          </a:p>
          <a:p>
            <a:pPr indent="-304800" lvl="0" marL="457200" rtl="0" algn="just">
              <a:lnSpc>
                <a:spcPct val="107000"/>
              </a:lnSpc>
              <a:spcBef>
                <a:spcPts val="0"/>
              </a:spcBef>
              <a:spcAft>
                <a:spcPts val="0"/>
              </a:spcAft>
              <a:buSzPts val="1200"/>
              <a:buFont typeface="Cambria"/>
              <a:buChar char="∙"/>
            </a:pPr>
            <a:r>
              <a:t/>
            </a:r>
            <a:endParaRPr sz="1200">
              <a:latin typeface="Cambria"/>
              <a:ea typeface="Cambria"/>
              <a:cs typeface="Cambria"/>
              <a:sym typeface="Cambria"/>
            </a:endParaRPr>
          </a:p>
        </p:txBody>
      </p:sp>
      <p:sp>
        <p:nvSpPr>
          <p:cNvPr id="328" name="Google Shape;328;p41"/>
          <p:cNvSpPr/>
          <p:nvPr/>
        </p:nvSpPr>
        <p:spPr>
          <a:xfrm>
            <a:off x="9383697" y="0"/>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400"/>
              <a:buFont typeface="Arial"/>
              <a:buNone/>
            </a:pPr>
            <a:r>
              <a:t/>
            </a:r>
            <a:endParaRPr/>
          </a:p>
          <a:p>
            <a:pPr indent="-306000" lvl="0" marL="3060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DESARROLLO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SERVIDOR RESTful</a:t>
            </a:r>
            <a:endParaRPr>
              <a:solidFill>
                <a:schemeClr val="lt1"/>
              </a:solidFill>
            </a:endParaRPr>
          </a:p>
          <a:p>
            <a:pPr indent="-306000" lvl="1" marL="763200" rtl="0" algn="l">
              <a:spcBef>
                <a:spcPts val="840"/>
              </a:spcBef>
              <a:spcAft>
                <a:spcPts val="0"/>
              </a:spcAft>
              <a:buClr>
                <a:srgbClr val="FFFF00"/>
              </a:buClr>
              <a:buSzPts val="1104"/>
              <a:buFont typeface="Noto Sans Symbols"/>
              <a:buChar char="◼"/>
            </a:pPr>
            <a:r>
              <a:rPr b="1" lang="es-ES" sz="1200">
                <a:solidFill>
                  <a:srgbClr val="FFFF00"/>
                </a:solidFill>
                <a:latin typeface="Gill Sans"/>
                <a:ea typeface="Gill Sans"/>
                <a:cs typeface="Gill Sans"/>
                <a:sym typeface="Gill Sans"/>
              </a:rPr>
              <a:t>CREACIÓN DEL PROYECTO – CLIENTE CONSOLA</a:t>
            </a:r>
            <a:endParaRPr b="1" sz="1200">
              <a:solidFill>
                <a:srgbClr val="FFFF00"/>
              </a:solidFill>
              <a:latin typeface="Gill Sans"/>
              <a:ea typeface="Gill Sans"/>
              <a:cs typeface="Gill Sans"/>
              <a:sym typeface="Gill Sans"/>
            </a:endParaRPr>
          </a:p>
          <a:p>
            <a:pPr indent="-312096" lvl="1" marL="763200" rtl="0" algn="l">
              <a:spcBef>
                <a:spcPts val="840"/>
              </a:spcBef>
              <a:spcAft>
                <a:spcPts val="0"/>
              </a:spcAft>
              <a:buClr>
                <a:schemeClr val="accent2"/>
              </a:buClr>
              <a:buSzPts val="1200"/>
              <a:buFont typeface="Gill Sans"/>
              <a:buChar char="◼"/>
            </a:pPr>
            <a:r>
              <a:rPr b="1" lang="es-ES" sz="1200">
                <a:solidFill>
                  <a:schemeClr val="lt1"/>
                </a:solidFill>
                <a:latin typeface="Gill Sans"/>
                <a:ea typeface="Gill Sans"/>
                <a:cs typeface="Gill Sans"/>
                <a:sym typeface="Gill Sans"/>
              </a:rPr>
              <a:t>CREACIÓN DEL PROYECTO MAUI</a:t>
            </a:r>
            <a:endParaRPr b="1" sz="1200">
              <a:solidFill>
                <a:schemeClr val="lt1"/>
              </a:solidFill>
              <a:latin typeface="Gill Sans"/>
              <a:ea typeface="Gill Sans"/>
              <a:cs typeface="Gill Sans"/>
              <a:sym typeface="Gill Sans"/>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MOVIL</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CONCLUSIONES</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RECOMENDACIONES</a:t>
            </a:r>
            <a:endParaRPr/>
          </a:p>
          <a:p>
            <a:pPr indent="0" lvl="0" marL="457200" rtl="0" algn="l">
              <a:spcBef>
                <a:spcPts val="840"/>
              </a:spcBef>
              <a:spcAft>
                <a:spcPts val="0"/>
              </a:spcAft>
              <a:buClr>
                <a:srgbClr val="000000"/>
              </a:buClr>
              <a:buSzPts val="1400"/>
              <a:buFont typeface="Arial"/>
              <a:buNone/>
            </a:pPr>
            <a:r>
              <a:t/>
            </a:r>
            <a:endParaRPr/>
          </a:p>
          <a:p>
            <a:pPr indent="0" lvl="0" marL="457200" rtl="0" algn="l">
              <a:spcBef>
                <a:spcPts val="840"/>
              </a:spcBef>
              <a:spcAft>
                <a:spcPts val="0"/>
              </a:spcAft>
              <a:buClr>
                <a:srgbClr val="000000"/>
              </a:buClr>
              <a:buSzPts val="1400"/>
              <a:buFont typeface="Arial"/>
              <a:buNone/>
            </a:pPr>
            <a:r>
              <a:t/>
            </a:r>
            <a:endParaRPr/>
          </a:p>
          <a:p>
            <a:pPr indent="0" lvl="0" marL="457200" marR="0" rtl="0" algn="l">
              <a:lnSpc>
                <a:spcPct val="100000"/>
              </a:lnSpc>
              <a:spcBef>
                <a:spcPts val="840"/>
              </a:spcBef>
              <a:spcAft>
                <a:spcPts val="0"/>
              </a:spcAft>
              <a:buClr>
                <a:srgbClr val="000000"/>
              </a:buClr>
              <a:buSzPts val="1400"/>
              <a:buFont typeface="Arial"/>
              <a:buNone/>
            </a:pPr>
            <a:r>
              <a:t/>
            </a:r>
            <a:endParaRPr/>
          </a:p>
        </p:txBody>
      </p:sp>
      <p:graphicFrame>
        <p:nvGraphicFramePr>
          <p:cNvPr id="329" name="Google Shape;329;p41"/>
          <p:cNvGraphicFramePr/>
          <p:nvPr/>
        </p:nvGraphicFramePr>
        <p:xfrm>
          <a:off x="2964625" y="1876275"/>
          <a:ext cx="3000000" cy="3000000"/>
        </p:xfrm>
        <a:graphic>
          <a:graphicData uri="http://schemas.openxmlformats.org/drawingml/2006/table">
            <a:tbl>
              <a:tblPr>
                <a:noFill/>
                <a:tableStyleId>{BF136021-7255-42B7-A7E7-87A8D8FFE9CA}</a:tableStyleId>
              </a:tblPr>
              <a:tblGrid>
                <a:gridCol w="6062675"/>
              </a:tblGrid>
              <a:tr h="4701300">
                <a:tc>
                  <a:txBody>
                    <a:bodyPr/>
                    <a:lstStyle/>
                    <a:p>
                      <a:pPr indent="0" lvl="0" marL="0" rtl="0" algn="l">
                        <a:spcBef>
                          <a:spcPts val="0"/>
                        </a:spcBef>
                        <a:spcAft>
                          <a:spcPts val="0"/>
                        </a:spcAft>
                        <a:buNone/>
                      </a:pPr>
                      <a:r>
                        <a:rPr lang="es-ES" sz="1100">
                          <a:solidFill>
                            <a:srgbClr val="4F81BD"/>
                          </a:solidFill>
                          <a:latin typeface="Calibri"/>
                          <a:ea typeface="Calibri"/>
                          <a:cs typeface="Calibri"/>
                          <a:sym typeface="Calibri"/>
                        </a:rPr>
                        <a:t>@WebMethod(operationName = "convertirMasa")</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@WebResult(name = "return")</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double convertirMasa(</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@WebParam(name = "valor") double valor,</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@WebParam(name = "unidadInicial") String unidadInicial,</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@WebParam(name = "unidadFinal") String unidadFinal);</a:t>
                      </a:r>
                      <a:endParaRPr sz="1100">
                        <a:solidFill>
                          <a:srgbClr val="4F81BD"/>
                        </a:solidFill>
                        <a:latin typeface="Calibri"/>
                        <a:ea typeface="Calibri"/>
                        <a:cs typeface="Calibri"/>
                        <a:sym typeface="Calibri"/>
                      </a:endParaRPr>
                    </a:p>
                    <a:p>
                      <a:pPr indent="0" lvl="0" marL="0" rtl="0" algn="l">
                        <a:spcBef>
                          <a:spcPts val="0"/>
                        </a:spcBef>
                        <a:spcAft>
                          <a:spcPts val="0"/>
                        </a:spcAft>
                        <a:buNone/>
                      </a:pPr>
                      <a:r>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@WebMethod(operationName = "convertirTemperatura")</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@WebResult(name = "return")</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double convertirTemperatura(</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@WebParam(name = "valor") double valor,</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@WebParam(name = "unidadInicial") String unidadInicial,</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@WebParam(name = "unidadFinal") String unidadFinal);</a:t>
                      </a:r>
                      <a:endParaRPr sz="1100">
                        <a:solidFill>
                          <a:srgbClr val="4F81BD"/>
                        </a:solidFill>
                        <a:latin typeface="Calibri"/>
                        <a:ea typeface="Calibri"/>
                        <a:cs typeface="Calibri"/>
                        <a:sym typeface="Calibri"/>
                      </a:endParaRPr>
                    </a:p>
                  </a:txBody>
                  <a:tcPr marT="63500" marB="63500" marR="63500" marL="63500"/>
                </a:tc>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sp>
        <p:nvSpPr>
          <p:cNvPr id="334" name="Google Shape;334;p42"/>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335" name="Google Shape;335;p42"/>
          <p:cNvSpPr txBox="1"/>
          <p:nvPr>
            <p:ph idx="1" type="body"/>
          </p:nvPr>
        </p:nvSpPr>
        <p:spPr>
          <a:xfrm>
            <a:off x="122575" y="2429475"/>
            <a:ext cx="1643700" cy="3877800"/>
          </a:xfrm>
          <a:prstGeom prst="rect">
            <a:avLst/>
          </a:prstGeom>
          <a:noFill/>
          <a:ln>
            <a:noFill/>
          </a:ln>
        </p:spPr>
        <p:txBody>
          <a:bodyPr anchorCtr="0" anchor="ctr" bIns="45700" lIns="91425" spcFirstLastPara="1" rIns="91425" wrap="square" tIns="45700">
            <a:normAutofit/>
          </a:bodyPr>
          <a:lstStyle/>
          <a:p>
            <a:pPr indent="-327406" lvl="0" marL="457200" rtl="0" algn="l">
              <a:lnSpc>
                <a:spcPct val="150000"/>
              </a:lnSpc>
              <a:spcBef>
                <a:spcPts val="0"/>
              </a:spcBef>
              <a:spcAft>
                <a:spcPts val="0"/>
              </a:spcAft>
              <a:buSzPts val="1556"/>
              <a:buChar char="∙"/>
            </a:pPr>
            <a:r>
              <a:rPr lang="es-ES" sz="1100">
                <a:solidFill>
                  <a:schemeClr val="dk1"/>
                </a:solidFill>
                <a:latin typeface="Calibri"/>
                <a:ea typeface="Calibri"/>
                <a:cs typeface="Calibri"/>
                <a:sym typeface="Calibri"/>
              </a:rPr>
              <a:t>A continuación se detallarán las clases principales con su código fuente.</a:t>
            </a:r>
            <a:endParaRPr sz="1100">
              <a:solidFill>
                <a:schemeClr val="dk1"/>
              </a:solidFill>
              <a:latin typeface="Calibri"/>
              <a:ea typeface="Calibri"/>
              <a:cs typeface="Calibri"/>
              <a:sym typeface="Calibri"/>
            </a:endParaRPr>
          </a:p>
          <a:p>
            <a:pPr indent="-304800" lvl="0" marL="457200" rtl="0" algn="just">
              <a:lnSpc>
                <a:spcPct val="107000"/>
              </a:lnSpc>
              <a:spcBef>
                <a:spcPts val="0"/>
              </a:spcBef>
              <a:spcAft>
                <a:spcPts val="0"/>
              </a:spcAft>
              <a:buSzPts val="1200"/>
              <a:buFont typeface="Cambria"/>
              <a:buChar char="∙"/>
            </a:pPr>
            <a:r>
              <a:t/>
            </a:r>
            <a:endParaRPr sz="1200">
              <a:latin typeface="Cambria"/>
              <a:ea typeface="Cambria"/>
              <a:cs typeface="Cambria"/>
              <a:sym typeface="Cambria"/>
            </a:endParaRPr>
          </a:p>
        </p:txBody>
      </p:sp>
      <p:sp>
        <p:nvSpPr>
          <p:cNvPr id="336" name="Google Shape;336;p42"/>
          <p:cNvSpPr/>
          <p:nvPr/>
        </p:nvSpPr>
        <p:spPr>
          <a:xfrm>
            <a:off x="9383697" y="0"/>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400"/>
              <a:buFont typeface="Arial"/>
              <a:buNone/>
            </a:pPr>
            <a:r>
              <a:t/>
            </a:r>
            <a:endParaRPr/>
          </a:p>
          <a:p>
            <a:pPr indent="-306000" lvl="0" marL="3060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DESARROLLO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SERVIDOR RESTful</a:t>
            </a:r>
            <a:endParaRPr>
              <a:solidFill>
                <a:schemeClr val="lt1"/>
              </a:solidFill>
            </a:endParaRPr>
          </a:p>
          <a:p>
            <a:pPr indent="-306000" lvl="1" marL="763200" rtl="0" algn="l">
              <a:spcBef>
                <a:spcPts val="840"/>
              </a:spcBef>
              <a:spcAft>
                <a:spcPts val="0"/>
              </a:spcAft>
              <a:buClr>
                <a:srgbClr val="FFFF00"/>
              </a:buClr>
              <a:buSzPts val="1104"/>
              <a:buFont typeface="Noto Sans Symbols"/>
              <a:buChar char="◼"/>
            </a:pPr>
            <a:r>
              <a:rPr b="1" lang="es-ES" sz="1200">
                <a:solidFill>
                  <a:srgbClr val="FFFF00"/>
                </a:solidFill>
                <a:latin typeface="Gill Sans"/>
                <a:ea typeface="Gill Sans"/>
                <a:cs typeface="Gill Sans"/>
                <a:sym typeface="Gill Sans"/>
              </a:rPr>
              <a:t>CREACIÓN DEL PROYECTO – CLIENTE CONSOLA</a:t>
            </a:r>
            <a:endParaRPr b="1" sz="1200">
              <a:solidFill>
                <a:srgbClr val="FFFF00"/>
              </a:solidFill>
              <a:latin typeface="Gill Sans"/>
              <a:ea typeface="Gill Sans"/>
              <a:cs typeface="Gill Sans"/>
              <a:sym typeface="Gill Sans"/>
            </a:endParaRPr>
          </a:p>
          <a:p>
            <a:pPr indent="-312096" lvl="1" marL="763200" rtl="0" algn="l">
              <a:spcBef>
                <a:spcPts val="840"/>
              </a:spcBef>
              <a:spcAft>
                <a:spcPts val="0"/>
              </a:spcAft>
              <a:buClr>
                <a:schemeClr val="accent2"/>
              </a:buClr>
              <a:buSzPts val="1200"/>
              <a:buFont typeface="Gill Sans"/>
              <a:buChar char="◼"/>
            </a:pPr>
            <a:r>
              <a:rPr b="1" lang="es-ES" sz="1200">
                <a:solidFill>
                  <a:schemeClr val="lt1"/>
                </a:solidFill>
                <a:latin typeface="Gill Sans"/>
                <a:ea typeface="Gill Sans"/>
                <a:cs typeface="Gill Sans"/>
                <a:sym typeface="Gill Sans"/>
              </a:rPr>
              <a:t>CREACIÓN DEL PROYECTO MAUI</a:t>
            </a:r>
            <a:endParaRPr b="1" sz="1200">
              <a:solidFill>
                <a:schemeClr val="lt1"/>
              </a:solidFill>
              <a:latin typeface="Gill Sans"/>
              <a:ea typeface="Gill Sans"/>
              <a:cs typeface="Gill Sans"/>
              <a:sym typeface="Gill Sans"/>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MOVIL</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CONCLUSIONES</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RECOMENDACIONES</a:t>
            </a:r>
            <a:endParaRPr/>
          </a:p>
          <a:p>
            <a:pPr indent="0" lvl="0" marL="457200" rtl="0" algn="l">
              <a:spcBef>
                <a:spcPts val="840"/>
              </a:spcBef>
              <a:spcAft>
                <a:spcPts val="0"/>
              </a:spcAft>
              <a:buClr>
                <a:srgbClr val="000000"/>
              </a:buClr>
              <a:buSzPts val="1400"/>
              <a:buFont typeface="Arial"/>
              <a:buNone/>
            </a:pPr>
            <a:r>
              <a:t/>
            </a:r>
            <a:endParaRPr/>
          </a:p>
          <a:p>
            <a:pPr indent="0" lvl="0" marL="457200" rtl="0" algn="l">
              <a:spcBef>
                <a:spcPts val="840"/>
              </a:spcBef>
              <a:spcAft>
                <a:spcPts val="0"/>
              </a:spcAft>
              <a:buClr>
                <a:srgbClr val="000000"/>
              </a:buClr>
              <a:buSzPts val="1400"/>
              <a:buFont typeface="Arial"/>
              <a:buNone/>
            </a:pPr>
            <a:r>
              <a:t/>
            </a:r>
            <a:endParaRPr/>
          </a:p>
          <a:p>
            <a:pPr indent="0" lvl="0" marL="457200" marR="0" rtl="0" algn="l">
              <a:lnSpc>
                <a:spcPct val="100000"/>
              </a:lnSpc>
              <a:spcBef>
                <a:spcPts val="840"/>
              </a:spcBef>
              <a:spcAft>
                <a:spcPts val="0"/>
              </a:spcAft>
              <a:buClr>
                <a:srgbClr val="000000"/>
              </a:buClr>
              <a:buSzPts val="1400"/>
              <a:buFont typeface="Arial"/>
              <a:buNone/>
            </a:pPr>
            <a:r>
              <a:t/>
            </a:r>
            <a:endParaRPr/>
          </a:p>
        </p:txBody>
      </p:sp>
      <p:graphicFrame>
        <p:nvGraphicFramePr>
          <p:cNvPr id="337" name="Google Shape;337;p42"/>
          <p:cNvGraphicFramePr/>
          <p:nvPr/>
        </p:nvGraphicFramePr>
        <p:xfrm>
          <a:off x="2278500" y="1818850"/>
          <a:ext cx="3000000" cy="3000000"/>
        </p:xfrm>
        <a:graphic>
          <a:graphicData uri="http://schemas.openxmlformats.org/drawingml/2006/table">
            <a:tbl>
              <a:tblPr>
                <a:noFill/>
                <a:tableStyleId>{BF136021-7255-42B7-A7E7-87A8D8FFE9CA}</a:tableStyleId>
              </a:tblPr>
              <a:tblGrid>
                <a:gridCol w="5439425"/>
              </a:tblGrid>
              <a:tr h="4701300">
                <a:tc>
                  <a:txBody>
                    <a:bodyPr/>
                    <a:lstStyle/>
                    <a:p>
                      <a:pPr indent="0" lvl="0" marL="0" rtl="0" algn="l">
                        <a:spcBef>
                          <a:spcPts val="0"/>
                        </a:spcBef>
                        <a:spcAft>
                          <a:spcPts val="0"/>
                        </a:spcAft>
                        <a:buNone/>
                      </a:pPr>
                      <a:r>
                        <a:rPr lang="es-ES" sz="1100">
                          <a:solidFill>
                            <a:srgbClr val="4F81BD"/>
                          </a:solidFill>
                          <a:latin typeface="Calibri"/>
                          <a:ea typeface="Calibri"/>
                          <a:cs typeface="Calibri"/>
                          <a:sym typeface="Calibri"/>
                        </a:rPr>
                        <a:t>package client.ws;</a:t>
                      </a:r>
                      <a:endParaRPr sz="1100">
                        <a:solidFill>
                          <a:srgbClr val="4F81BD"/>
                        </a:solidFill>
                        <a:latin typeface="Calibri"/>
                        <a:ea typeface="Calibri"/>
                        <a:cs typeface="Calibri"/>
                        <a:sym typeface="Calibri"/>
                      </a:endParaRPr>
                    </a:p>
                    <a:p>
                      <a:pPr indent="0" lvl="0" marL="0" rtl="0" algn="l">
                        <a:spcBef>
                          <a:spcPts val="0"/>
                        </a:spcBef>
                        <a:spcAft>
                          <a:spcPts val="0"/>
                        </a:spcAft>
                        <a:buNone/>
                      </a:pPr>
                      <a:r>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import jakarta.xml.ws.Binding;</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import jakarta.xml.ws.BindingProvider;</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import jakarta.xml.ws.Service;</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import jakarta.xml.ws.handler.Handler;</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import java.net.URL;</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import java.util.ArrayList;</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import java.util.List;</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import javax.xml.namespace.QName;</a:t>
                      </a:r>
                      <a:endParaRPr sz="1100">
                        <a:solidFill>
                          <a:srgbClr val="4F81BD"/>
                        </a:solidFill>
                        <a:latin typeface="Calibri"/>
                        <a:ea typeface="Calibri"/>
                        <a:cs typeface="Calibri"/>
                        <a:sym typeface="Calibri"/>
                      </a:endParaRPr>
                    </a:p>
                    <a:p>
                      <a:pPr indent="0" lvl="0" marL="0" rtl="0" algn="l">
                        <a:spcBef>
                          <a:spcPts val="0"/>
                        </a:spcBef>
                        <a:spcAft>
                          <a:spcPts val="0"/>
                        </a:spcAft>
                        <a:buNone/>
                      </a:pPr>
                      <a:r>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public class ClienteWSConversor {</a:t>
                      </a:r>
                      <a:endParaRPr sz="1100">
                        <a:solidFill>
                          <a:srgbClr val="4F81BD"/>
                        </a:solidFill>
                        <a:latin typeface="Calibri"/>
                        <a:ea typeface="Calibri"/>
                        <a:cs typeface="Calibri"/>
                        <a:sym typeface="Calibri"/>
                      </a:endParaRPr>
                    </a:p>
                    <a:p>
                      <a:pPr indent="0" lvl="0" marL="0" rtl="0" algn="l">
                        <a:spcBef>
                          <a:spcPts val="0"/>
                        </a:spcBef>
                        <a:spcAft>
                          <a:spcPts val="0"/>
                        </a:spcAft>
                        <a:buNone/>
                      </a:pPr>
                      <a:r>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private static final String ESPACIO_NOMBRES = "http://ws.controladores.monster.edu.ec/";</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private static final String PROPIEDAD_BASE_WS = "ws.base.url";</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private static final String VARIABLE_BASE_WS = "WS_BASE_URL";</a:t>
                      </a:r>
                      <a:endParaRPr sz="1100">
                        <a:solidFill>
                          <a:srgbClr val="4F81BD"/>
                        </a:solidFill>
                        <a:latin typeface="Calibri"/>
                        <a:ea typeface="Calibri"/>
                        <a:cs typeface="Calibri"/>
                        <a:sym typeface="Calibri"/>
                      </a:endParaRPr>
                    </a:p>
                    <a:p>
                      <a:pPr indent="0" lvl="0" marL="0" rtl="0" algn="l">
                        <a:spcBef>
                          <a:spcPts val="0"/>
                        </a:spcBef>
                        <a:spcAft>
                          <a:spcPts val="0"/>
                        </a:spcAft>
                        <a:buNone/>
                      </a:pPr>
                      <a:r>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private static final QName QNOMBRE_SERVICIO = new QName(ESPACIO_NOMBRES, "WSConversorUnidades");</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private static final QName QNOMBRE_PUERTO = new QName(ESPACIO_NOMBRES, "WSConversorUnidadesPort");</a:t>
                      </a:r>
                      <a:endParaRPr sz="1100">
                        <a:solidFill>
                          <a:srgbClr val="4F81BD"/>
                        </a:solidFill>
                        <a:latin typeface="Calibri"/>
                        <a:ea typeface="Calibri"/>
                        <a:cs typeface="Calibri"/>
                        <a:sym typeface="Calibri"/>
                      </a:endParaRPr>
                    </a:p>
                    <a:p>
                      <a:pPr indent="0" lvl="0" marL="0" rtl="0" algn="l">
                        <a:spcBef>
                          <a:spcPts val="0"/>
                        </a:spcBef>
                        <a:spcAft>
                          <a:spcPts val="0"/>
                        </a:spcAft>
                        <a:buNone/>
                      </a:pPr>
                      <a:r>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private static final List&lt;String&gt; BASES_URL_POR_DEFECTO = List.of(</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"http://localhost:8080/04.SERVIDOR",</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"http://localhost:8080/WS_ConUni_Java_GR5",</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"http://localhost:8080/WS_ConUni_Java_GR5-1.0-SNAPSHOT"</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a:t>
                      </a:r>
                      <a:endParaRPr sz="1100">
                        <a:solidFill>
                          <a:srgbClr val="4F81BD"/>
                        </a:solidFill>
                        <a:latin typeface="Calibri"/>
                        <a:ea typeface="Calibri"/>
                        <a:cs typeface="Calibri"/>
                        <a:sym typeface="Calibri"/>
                      </a:endParaRPr>
                    </a:p>
                    <a:p>
                      <a:pPr indent="0" lvl="0" marL="0" rtl="0" algn="l">
                        <a:spcBef>
                          <a:spcPts val="0"/>
                        </a:spcBef>
                        <a:spcAft>
                          <a:spcPts val="0"/>
                        </a:spcAft>
                        <a:buNone/>
                      </a:pPr>
                      <a:r>
                        <a:t/>
                      </a:r>
                      <a:endParaRPr sz="1100">
                        <a:solidFill>
                          <a:srgbClr val="4F81BD"/>
                        </a:solidFill>
                        <a:latin typeface="Calibri"/>
                        <a:ea typeface="Calibri"/>
                        <a:cs typeface="Calibri"/>
                        <a:sym typeface="Calibri"/>
                      </a:endParaRPr>
                    </a:p>
                    <a:p>
                      <a:pPr indent="0" lvl="0" marL="0" rtl="0" algn="l">
                        <a:spcBef>
                          <a:spcPts val="0"/>
                        </a:spcBef>
                        <a:spcAft>
                          <a:spcPts val="0"/>
                        </a:spcAft>
                        <a:buNone/>
                      </a:pPr>
                      <a:r>
                        <a:t/>
                      </a:r>
                      <a:endParaRPr sz="1100">
                        <a:solidFill>
                          <a:srgbClr val="4F81BD"/>
                        </a:solidFill>
                        <a:latin typeface="Calibri"/>
                        <a:ea typeface="Calibri"/>
                        <a:cs typeface="Calibri"/>
                        <a:sym typeface="Calibri"/>
                      </a:endParaRPr>
                    </a:p>
                  </a:txBody>
                  <a:tcPr marT="63500" marB="63500" marR="63500" marL="63500"/>
                </a:tc>
              </a:tr>
            </a:tbl>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sp>
        <p:nvSpPr>
          <p:cNvPr id="342" name="Google Shape;342;p43"/>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343" name="Google Shape;343;p43"/>
          <p:cNvSpPr txBox="1"/>
          <p:nvPr>
            <p:ph idx="1" type="body"/>
          </p:nvPr>
        </p:nvSpPr>
        <p:spPr>
          <a:xfrm>
            <a:off x="122575" y="2429475"/>
            <a:ext cx="1643700" cy="3877800"/>
          </a:xfrm>
          <a:prstGeom prst="rect">
            <a:avLst/>
          </a:prstGeom>
          <a:noFill/>
          <a:ln>
            <a:noFill/>
          </a:ln>
        </p:spPr>
        <p:txBody>
          <a:bodyPr anchorCtr="0" anchor="ctr" bIns="45700" lIns="91425" spcFirstLastPara="1" rIns="91425" wrap="square" tIns="45700">
            <a:normAutofit/>
          </a:bodyPr>
          <a:lstStyle/>
          <a:p>
            <a:pPr indent="-327406" lvl="0" marL="457200" rtl="0" algn="l">
              <a:lnSpc>
                <a:spcPct val="150000"/>
              </a:lnSpc>
              <a:spcBef>
                <a:spcPts val="0"/>
              </a:spcBef>
              <a:spcAft>
                <a:spcPts val="0"/>
              </a:spcAft>
              <a:buSzPts val="1556"/>
              <a:buChar char="∙"/>
            </a:pPr>
            <a:r>
              <a:rPr lang="es-ES" sz="1100">
                <a:solidFill>
                  <a:schemeClr val="dk1"/>
                </a:solidFill>
                <a:latin typeface="Calibri"/>
                <a:ea typeface="Calibri"/>
                <a:cs typeface="Calibri"/>
                <a:sym typeface="Calibri"/>
              </a:rPr>
              <a:t>A continuación se detallarán las clases principales con su código fuente.</a:t>
            </a:r>
            <a:endParaRPr sz="1100">
              <a:solidFill>
                <a:schemeClr val="dk1"/>
              </a:solidFill>
              <a:latin typeface="Calibri"/>
              <a:ea typeface="Calibri"/>
              <a:cs typeface="Calibri"/>
              <a:sym typeface="Calibri"/>
            </a:endParaRPr>
          </a:p>
          <a:p>
            <a:pPr indent="-304800" lvl="0" marL="457200" rtl="0" algn="just">
              <a:lnSpc>
                <a:spcPct val="107000"/>
              </a:lnSpc>
              <a:spcBef>
                <a:spcPts val="0"/>
              </a:spcBef>
              <a:spcAft>
                <a:spcPts val="0"/>
              </a:spcAft>
              <a:buSzPts val="1200"/>
              <a:buFont typeface="Cambria"/>
              <a:buChar char="∙"/>
            </a:pPr>
            <a:r>
              <a:t/>
            </a:r>
            <a:endParaRPr sz="1200">
              <a:latin typeface="Cambria"/>
              <a:ea typeface="Cambria"/>
              <a:cs typeface="Cambria"/>
              <a:sym typeface="Cambria"/>
            </a:endParaRPr>
          </a:p>
        </p:txBody>
      </p:sp>
      <p:sp>
        <p:nvSpPr>
          <p:cNvPr id="344" name="Google Shape;344;p43"/>
          <p:cNvSpPr/>
          <p:nvPr/>
        </p:nvSpPr>
        <p:spPr>
          <a:xfrm>
            <a:off x="9383697" y="0"/>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400"/>
              <a:buFont typeface="Arial"/>
              <a:buNone/>
            </a:pPr>
            <a:r>
              <a:t/>
            </a:r>
            <a:endParaRPr/>
          </a:p>
          <a:p>
            <a:pPr indent="-306000" lvl="0" marL="3060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DESARROLLO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SERVIDOR RESTful</a:t>
            </a:r>
            <a:endParaRPr>
              <a:solidFill>
                <a:schemeClr val="lt1"/>
              </a:solidFill>
            </a:endParaRPr>
          </a:p>
          <a:p>
            <a:pPr indent="-306000" lvl="1" marL="763200" rtl="0" algn="l">
              <a:spcBef>
                <a:spcPts val="840"/>
              </a:spcBef>
              <a:spcAft>
                <a:spcPts val="0"/>
              </a:spcAft>
              <a:buClr>
                <a:srgbClr val="FFFF00"/>
              </a:buClr>
              <a:buSzPts val="1104"/>
              <a:buFont typeface="Noto Sans Symbols"/>
              <a:buChar char="◼"/>
            </a:pPr>
            <a:r>
              <a:rPr b="1" lang="es-ES" sz="1200">
                <a:solidFill>
                  <a:srgbClr val="FFFF00"/>
                </a:solidFill>
                <a:latin typeface="Gill Sans"/>
                <a:ea typeface="Gill Sans"/>
                <a:cs typeface="Gill Sans"/>
                <a:sym typeface="Gill Sans"/>
              </a:rPr>
              <a:t>CREACIÓN DEL PROYECTO – CLIENTE CONSOLA</a:t>
            </a:r>
            <a:endParaRPr b="1" sz="1200">
              <a:solidFill>
                <a:srgbClr val="FFFF00"/>
              </a:solidFill>
              <a:latin typeface="Gill Sans"/>
              <a:ea typeface="Gill Sans"/>
              <a:cs typeface="Gill Sans"/>
              <a:sym typeface="Gill Sans"/>
            </a:endParaRPr>
          </a:p>
          <a:p>
            <a:pPr indent="-312096" lvl="1" marL="763200" rtl="0" algn="l">
              <a:spcBef>
                <a:spcPts val="840"/>
              </a:spcBef>
              <a:spcAft>
                <a:spcPts val="0"/>
              </a:spcAft>
              <a:buClr>
                <a:schemeClr val="accent2"/>
              </a:buClr>
              <a:buSzPts val="1200"/>
              <a:buFont typeface="Gill Sans"/>
              <a:buChar char="◼"/>
            </a:pPr>
            <a:r>
              <a:rPr b="1" lang="es-ES" sz="1200">
                <a:solidFill>
                  <a:schemeClr val="lt1"/>
                </a:solidFill>
                <a:latin typeface="Gill Sans"/>
                <a:ea typeface="Gill Sans"/>
                <a:cs typeface="Gill Sans"/>
                <a:sym typeface="Gill Sans"/>
              </a:rPr>
              <a:t>CREACIÓN DEL PROYECTO MAUI</a:t>
            </a:r>
            <a:endParaRPr b="1" sz="1200">
              <a:solidFill>
                <a:schemeClr val="lt1"/>
              </a:solidFill>
              <a:latin typeface="Gill Sans"/>
              <a:ea typeface="Gill Sans"/>
              <a:cs typeface="Gill Sans"/>
              <a:sym typeface="Gill Sans"/>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MOVIL</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CONCLUSIONES</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RECOMENDACIONES</a:t>
            </a:r>
            <a:endParaRPr/>
          </a:p>
          <a:p>
            <a:pPr indent="0" lvl="0" marL="457200" rtl="0" algn="l">
              <a:spcBef>
                <a:spcPts val="840"/>
              </a:spcBef>
              <a:spcAft>
                <a:spcPts val="0"/>
              </a:spcAft>
              <a:buClr>
                <a:srgbClr val="000000"/>
              </a:buClr>
              <a:buSzPts val="1400"/>
              <a:buFont typeface="Arial"/>
              <a:buNone/>
            </a:pPr>
            <a:r>
              <a:t/>
            </a:r>
            <a:endParaRPr/>
          </a:p>
          <a:p>
            <a:pPr indent="0" lvl="0" marL="457200" rtl="0" algn="l">
              <a:spcBef>
                <a:spcPts val="840"/>
              </a:spcBef>
              <a:spcAft>
                <a:spcPts val="0"/>
              </a:spcAft>
              <a:buClr>
                <a:srgbClr val="000000"/>
              </a:buClr>
              <a:buSzPts val="1400"/>
              <a:buFont typeface="Arial"/>
              <a:buNone/>
            </a:pPr>
            <a:r>
              <a:t/>
            </a:r>
            <a:endParaRPr/>
          </a:p>
          <a:p>
            <a:pPr indent="0" lvl="0" marL="457200" marR="0" rtl="0" algn="l">
              <a:lnSpc>
                <a:spcPct val="100000"/>
              </a:lnSpc>
              <a:spcBef>
                <a:spcPts val="840"/>
              </a:spcBef>
              <a:spcAft>
                <a:spcPts val="0"/>
              </a:spcAft>
              <a:buClr>
                <a:srgbClr val="000000"/>
              </a:buClr>
              <a:buSzPts val="1400"/>
              <a:buFont typeface="Arial"/>
              <a:buNone/>
            </a:pPr>
            <a:r>
              <a:t/>
            </a:r>
            <a:endParaRPr/>
          </a:p>
        </p:txBody>
      </p:sp>
      <p:graphicFrame>
        <p:nvGraphicFramePr>
          <p:cNvPr id="345" name="Google Shape;345;p43"/>
          <p:cNvGraphicFramePr/>
          <p:nvPr/>
        </p:nvGraphicFramePr>
        <p:xfrm>
          <a:off x="2043325" y="2041263"/>
          <a:ext cx="3000000" cy="3000000"/>
        </p:xfrm>
        <a:graphic>
          <a:graphicData uri="http://schemas.openxmlformats.org/drawingml/2006/table">
            <a:tbl>
              <a:tblPr>
                <a:noFill/>
                <a:tableStyleId>{BF136021-7255-42B7-A7E7-87A8D8FFE9CA}</a:tableStyleId>
              </a:tblPr>
              <a:tblGrid>
                <a:gridCol w="3522650"/>
              </a:tblGrid>
              <a:tr h="3972225">
                <a:tc>
                  <a:txBody>
                    <a:bodyPr/>
                    <a:lstStyle/>
                    <a:p>
                      <a:pPr indent="0" lvl="0" marL="0" rtl="0" algn="l">
                        <a:spcBef>
                          <a:spcPts val="0"/>
                        </a:spcBef>
                        <a:spcAft>
                          <a:spcPts val="0"/>
                        </a:spcAft>
                        <a:buNone/>
                      </a:pPr>
                      <a:r>
                        <a:rPr lang="es-ES" sz="1100">
                          <a:solidFill>
                            <a:srgbClr val="4F81BD"/>
                          </a:solidFill>
                          <a:latin typeface="Calibri"/>
                          <a:ea typeface="Calibri"/>
                          <a:cs typeface="Calibri"/>
                          <a:sym typeface="Calibri"/>
                        </a:rPr>
                        <a:t> private final ContratoWSConversor puerto;</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private String tokenSesion;</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private String endpointActivo;</a:t>
                      </a:r>
                      <a:endParaRPr sz="1100">
                        <a:solidFill>
                          <a:srgbClr val="4F81BD"/>
                        </a:solidFill>
                        <a:latin typeface="Calibri"/>
                        <a:ea typeface="Calibri"/>
                        <a:cs typeface="Calibri"/>
                        <a:sym typeface="Calibri"/>
                      </a:endParaRPr>
                    </a:p>
                    <a:p>
                      <a:pPr indent="0" lvl="0" marL="0" rtl="0" algn="l">
                        <a:spcBef>
                          <a:spcPts val="0"/>
                        </a:spcBef>
                        <a:spcAft>
                          <a:spcPts val="0"/>
                        </a:spcAft>
                        <a:buNone/>
                      </a:pPr>
                      <a:r>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public ClienteWSConversor()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this.puerto = inicializarPuerto();</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a:t>
                      </a:r>
                      <a:endParaRPr sz="1100">
                        <a:solidFill>
                          <a:srgbClr val="4F81BD"/>
                        </a:solidFill>
                        <a:latin typeface="Calibri"/>
                        <a:ea typeface="Calibri"/>
                        <a:cs typeface="Calibri"/>
                        <a:sym typeface="Calibri"/>
                      </a:endParaRPr>
                    </a:p>
                    <a:p>
                      <a:pPr indent="0" lvl="0" marL="0" rtl="0" algn="l">
                        <a:spcBef>
                          <a:spcPts val="0"/>
                        </a:spcBef>
                        <a:spcAft>
                          <a:spcPts val="0"/>
                        </a:spcAft>
                        <a:buNone/>
                      </a:pPr>
                      <a:r>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private ContratoWSConversor inicializarPuerto()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List&lt;String&gt; basesUrl = construirBasesUrl();</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List&lt;String&gt; wsdlsIntentados = new ArrayList&lt;&gt;();</a:t>
                      </a:r>
                      <a:endParaRPr sz="1100">
                        <a:solidFill>
                          <a:srgbClr val="4F81BD"/>
                        </a:solidFill>
                        <a:latin typeface="Calibri"/>
                        <a:ea typeface="Calibri"/>
                        <a:cs typeface="Calibri"/>
                        <a:sym typeface="Calibri"/>
                      </a:endParaRPr>
                    </a:p>
                    <a:p>
                      <a:pPr indent="0" lvl="0" marL="0" rtl="0" algn="l">
                        <a:spcBef>
                          <a:spcPts val="0"/>
                        </a:spcBef>
                        <a:spcAft>
                          <a:spcPts val="0"/>
                        </a:spcAft>
                        <a:buNone/>
                      </a:pPr>
                      <a:r>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for (String baseUrl : basesUrl)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String endpoint = baseUrl + "/WSConversorUnidades";</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List&lt;String&gt; wsdlsCandidatos = List.of(</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endpoint + "?WSDL",</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endpoint + "?wsdl"</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a:t>
                      </a:r>
                      <a:endParaRPr sz="1100">
                        <a:solidFill>
                          <a:srgbClr val="4F81BD"/>
                        </a:solidFill>
                        <a:latin typeface="Calibri"/>
                        <a:ea typeface="Calibri"/>
                        <a:cs typeface="Calibri"/>
                        <a:sym typeface="Calibri"/>
                      </a:endParaRPr>
                    </a:p>
                    <a:p>
                      <a:pPr indent="0" lvl="0" marL="0" rtl="0" algn="l">
                        <a:spcBef>
                          <a:spcPts val="0"/>
                        </a:spcBef>
                        <a:spcAft>
                          <a:spcPts val="0"/>
                        </a:spcAft>
                        <a:buNone/>
                      </a:pPr>
                      <a:r>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a:t>
                      </a:r>
                      <a:endParaRPr sz="1100">
                        <a:solidFill>
                          <a:srgbClr val="4F81BD"/>
                        </a:solidFill>
                        <a:latin typeface="Calibri"/>
                        <a:ea typeface="Calibri"/>
                        <a:cs typeface="Calibri"/>
                        <a:sym typeface="Calibri"/>
                      </a:endParaRPr>
                    </a:p>
                  </a:txBody>
                  <a:tcPr marT="63500" marB="63500" marR="63500" marL="63500"/>
                </a:tc>
              </a:tr>
            </a:tbl>
          </a:graphicData>
        </a:graphic>
      </p:graphicFrame>
      <p:graphicFrame>
        <p:nvGraphicFramePr>
          <p:cNvPr id="346" name="Google Shape;346;p43"/>
          <p:cNvGraphicFramePr/>
          <p:nvPr/>
        </p:nvGraphicFramePr>
        <p:xfrm>
          <a:off x="5684675" y="2041263"/>
          <a:ext cx="3000000" cy="3000000"/>
        </p:xfrm>
        <a:graphic>
          <a:graphicData uri="http://schemas.openxmlformats.org/drawingml/2006/table">
            <a:tbl>
              <a:tblPr>
                <a:noFill/>
                <a:tableStyleId>{BF136021-7255-42B7-A7E7-87A8D8FFE9CA}</a:tableStyleId>
              </a:tblPr>
              <a:tblGrid>
                <a:gridCol w="3699025"/>
              </a:tblGrid>
              <a:tr h="3972225">
                <a:tc>
                  <a:txBody>
                    <a:bodyPr/>
                    <a:lstStyle/>
                    <a:p>
                      <a:pPr indent="0" lvl="0" marL="0" rtl="0" algn="l">
                        <a:spcBef>
                          <a:spcPts val="0"/>
                        </a:spcBef>
                        <a:spcAft>
                          <a:spcPts val="0"/>
                        </a:spcAft>
                        <a:buNone/>
                      </a:pPr>
                      <a:r>
                        <a:rPr lang="es-ES" sz="1100">
                          <a:solidFill>
                            <a:srgbClr val="4F81BD"/>
                          </a:solidFill>
                          <a:latin typeface="Calibri"/>
                          <a:ea typeface="Calibri"/>
                          <a:cs typeface="Calibri"/>
                          <a:sym typeface="Calibri"/>
                        </a:rPr>
                        <a:t>       for (String wsdl : wsdlsCandidatos)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try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Service servicio = Service.create(new URL(wsdl), QNOMBRE_SERVICIO);</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ContratoWSConversor puertoTemporal = servicio.getPort(QNOMBRE_PUERTO, ContratoWSConversor.class);</a:t>
                      </a:r>
                      <a:endParaRPr sz="1100">
                        <a:solidFill>
                          <a:srgbClr val="4F81BD"/>
                        </a:solidFill>
                        <a:latin typeface="Calibri"/>
                        <a:ea typeface="Calibri"/>
                        <a:cs typeface="Calibri"/>
                        <a:sym typeface="Calibri"/>
                      </a:endParaRPr>
                    </a:p>
                    <a:p>
                      <a:pPr indent="0" lvl="0" marL="0" rtl="0" algn="l">
                        <a:spcBef>
                          <a:spcPts val="0"/>
                        </a:spcBef>
                        <a:spcAft>
                          <a:spcPts val="0"/>
                        </a:spcAft>
                        <a:buNone/>
                      </a:pPr>
                      <a:r>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BindingProvider proveedor = (BindingProvider) puertoTemporal;</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proveedor.getRequestContext().put(BindingProvider.ENDPOINT_ADDRESS_PROPERTY, endpoint);</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configurarManejadorToken(proveedor);</a:t>
                      </a:r>
                      <a:endParaRPr sz="1100">
                        <a:solidFill>
                          <a:srgbClr val="4F81BD"/>
                        </a:solidFill>
                        <a:latin typeface="Calibri"/>
                        <a:ea typeface="Calibri"/>
                        <a:cs typeface="Calibri"/>
                        <a:sym typeface="Calibri"/>
                      </a:endParaRPr>
                    </a:p>
                    <a:p>
                      <a:pPr indent="0" lvl="0" marL="0" rtl="0" algn="l">
                        <a:spcBef>
                          <a:spcPts val="0"/>
                        </a:spcBef>
                        <a:spcAft>
                          <a:spcPts val="0"/>
                        </a:spcAft>
                        <a:buNone/>
                      </a:pPr>
                      <a:r>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this.endpointActivo = endpoint;</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return puertoTemporal;</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 catch (Exception ex)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wsdlsIntentados.add(wsdl);</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a:t>
                      </a:r>
                      <a:endParaRPr sz="1100">
                        <a:solidFill>
                          <a:srgbClr val="4F81BD"/>
                        </a:solidFill>
                        <a:latin typeface="Calibri"/>
                        <a:ea typeface="Calibri"/>
                        <a:cs typeface="Calibri"/>
                        <a:sym typeface="Calibri"/>
                      </a:endParaRPr>
                    </a:p>
                    <a:p>
                      <a:pPr indent="0" lvl="0" marL="0" rtl="0" algn="l">
                        <a:spcBef>
                          <a:spcPts val="0"/>
                        </a:spcBef>
                        <a:spcAft>
                          <a:spcPts val="0"/>
                        </a:spcAft>
                        <a:buNone/>
                      </a:pPr>
                      <a:r>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a:t>
                      </a:r>
                      <a:endParaRPr sz="1100">
                        <a:solidFill>
                          <a:srgbClr val="4F81BD"/>
                        </a:solidFill>
                        <a:latin typeface="Calibri"/>
                        <a:ea typeface="Calibri"/>
                        <a:cs typeface="Calibri"/>
                        <a:sym typeface="Calibri"/>
                      </a:endParaRPr>
                    </a:p>
                  </a:txBody>
                  <a:tcPr marT="63500" marB="63500" marR="63500" marL="63500"/>
                </a:tc>
              </a:tr>
            </a:tbl>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 name="Shape 350"/>
        <p:cNvGrpSpPr/>
        <p:nvPr/>
      </p:nvGrpSpPr>
      <p:grpSpPr>
        <a:xfrm>
          <a:off x="0" y="0"/>
          <a:ext cx="0" cy="0"/>
          <a:chOff x="0" y="0"/>
          <a:chExt cx="0" cy="0"/>
        </a:xfrm>
      </p:grpSpPr>
      <p:sp>
        <p:nvSpPr>
          <p:cNvPr id="351" name="Google Shape;351;p44"/>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352" name="Google Shape;352;p44"/>
          <p:cNvSpPr txBox="1"/>
          <p:nvPr>
            <p:ph idx="1" type="body"/>
          </p:nvPr>
        </p:nvSpPr>
        <p:spPr>
          <a:xfrm>
            <a:off x="122575" y="2429475"/>
            <a:ext cx="1643700" cy="3877800"/>
          </a:xfrm>
          <a:prstGeom prst="rect">
            <a:avLst/>
          </a:prstGeom>
          <a:noFill/>
          <a:ln>
            <a:noFill/>
          </a:ln>
        </p:spPr>
        <p:txBody>
          <a:bodyPr anchorCtr="0" anchor="ctr" bIns="45700" lIns="91425" spcFirstLastPara="1" rIns="91425" wrap="square" tIns="45700">
            <a:normAutofit/>
          </a:bodyPr>
          <a:lstStyle/>
          <a:p>
            <a:pPr indent="-327406" lvl="0" marL="457200" rtl="0" algn="l">
              <a:lnSpc>
                <a:spcPct val="150000"/>
              </a:lnSpc>
              <a:spcBef>
                <a:spcPts val="0"/>
              </a:spcBef>
              <a:spcAft>
                <a:spcPts val="0"/>
              </a:spcAft>
              <a:buSzPts val="1556"/>
              <a:buChar char="∙"/>
            </a:pPr>
            <a:r>
              <a:rPr lang="es-ES" sz="1100">
                <a:solidFill>
                  <a:schemeClr val="dk1"/>
                </a:solidFill>
                <a:latin typeface="Calibri"/>
                <a:ea typeface="Calibri"/>
                <a:cs typeface="Calibri"/>
                <a:sym typeface="Calibri"/>
              </a:rPr>
              <a:t>A continuación se detallarán las clases principales con su código fuente.</a:t>
            </a:r>
            <a:endParaRPr sz="1100">
              <a:solidFill>
                <a:schemeClr val="dk1"/>
              </a:solidFill>
              <a:latin typeface="Calibri"/>
              <a:ea typeface="Calibri"/>
              <a:cs typeface="Calibri"/>
              <a:sym typeface="Calibri"/>
            </a:endParaRPr>
          </a:p>
          <a:p>
            <a:pPr indent="-304800" lvl="0" marL="457200" rtl="0" algn="just">
              <a:lnSpc>
                <a:spcPct val="107000"/>
              </a:lnSpc>
              <a:spcBef>
                <a:spcPts val="0"/>
              </a:spcBef>
              <a:spcAft>
                <a:spcPts val="0"/>
              </a:spcAft>
              <a:buSzPts val="1200"/>
              <a:buFont typeface="Cambria"/>
              <a:buChar char="∙"/>
            </a:pPr>
            <a:r>
              <a:t/>
            </a:r>
            <a:endParaRPr sz="1200">
              <a:latin typeface="Cambria"/>
              <a:ea typeface="Cambria"/>
              <a:cs typeface="Cambria"/>
              <a:sym typeface="Cambria"/>
            </a:endParaRPr>
          </a:p>
        </p:txBody>
      </p:sp>
      <p:sp>
        <p:nvSpPr>
          <p:cNvPr id="353" name="Google Shape;353;p44"/>
          <p:cNvSpPr/>
          <p:nvPr/>
        </p:nvSpPr>
        <p:spPr>
          <a:xfrm>
            <a:off x="9383697" y="0"/>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400"/>
              <a:buFont typeface="Arial"/>
              <a:buNone/>
            </a:pPr>
            <a:r>
              <a:t/>
            </a:r>
            <a:endParaRPr/>
          </a:p>
          <a:p>
            <a:pPr indent="-306000" lvl="0" marL="3060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DESARROLLO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SERVIDOR RESTful</a:t>
            </a:r>
            <a:endParaRPr>
              <a:solidFill>
                <a:schemeClr val="lt1"/>
              </a:solidFill>
            </a:endParaRPr>
          </a:p>
          <a:p>
            <a:pPr indent="-306000" lvl="1" marL="763200" rtl="0" algn="l">
              <a:spcBef>
                <a:spcPts val="840"/>
              </a:spcBef>
              <a:spcAft>
                <a:spcPts val="0"/>
              </a:spcAft>
              <a:buClr>
                <a:srgbClr val="FFFF00"/>
              </a:buClr>
              <a:buSzPts val="1104"/>
              <a:buFont typeface="Noto Sans Symbols"/>
              <a:buChar char="◼"/>
            </a:pPr>
            <a:r>
              <a:rPr b="1" lang="es-ES" sz="1200">
                <a:solidFill>
                  <a:srgbClr val="FFFF00"/>
                </a:solidFill>
                <a:latin typeface="Gill Sans"/>
                <a:ea typeface="Gill Sans"/>
                <a:cs typeface="Gill Sans"/>
                <a:sym typeface="Gill Sans"/>
              </a:rPr>
              <a:t>CREACIÓN DEL PROYECTO – CLIENTE CONSOLA</a:t>
            </a:r>
            <a:endParaRPr b="1" sz="1200">
              <a:solidFill>
                <a:srgbClr val="FFFF00"/>
              </a:solidFill>
              <a:latin typeface="Gill Sans"/>
              <a:ea typeface="Gill Sans"/>
              <a:cs typeface="Gill Sans"/>
              <a:sym typeface="Gill Sans"/>
            </a:endParaRPr>
          </a:p>
          <a:p>
            <a:pPr indent="-312096" lvl="1" marL="763200" rtl="0" algn="l">
              <a:spcBef>
                <a:spcPts val="840"/>
              </a:spcBef>
              <a:spcAft>
                <a:spcPts val="0"/>
              </a:spcAft>
              <a:buClr>
                <a:schemeClr val="accent2"/>
              </a:buClr>
              <a:buSzPts val="1200"/>
              <a:buFont typeface="Gill Sans"/>
              <a:buChar char="◼"/>
            </a:pPr>
            <a:r>
              <a:rPr b="1" lang="es-ES" sz="1200">
                <a:solidFill>
                  <a:schemeClr val="lt1"/>
                </a:solidFill>
                <a:latin typeface="Gill Sans"/>
                <a:ea typeface="Gill Sans"/>
                <a:cs typeface="Gill Sans"/>
                <a:sym typeface="Gill Sans"/>
              </a:rPr>
              <a:t>CREACIÓN DEL PROYECTO MAUI</a:t>
            </a:r>
            <a:endParaRPr b="1" sz="1200">
              <a:solidFill>
                <a:schemeClr val="lt1"/>
              </a:solidFill>
              <a:latin typeface="Gill Sans"/>
              <a:ea typeface="Gill Sans"/>
              <a:cs typeface="Gill Sans"/>
              <a:sym typeface="Gill Sans"/>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MOVIL</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CONCLUSIONES</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RECOMENDACIONES</a:t>
            </a:r>
            <a:endParaRPr/>
          </a:p>
          <a:p>
            <a:pPr indent="0" lvl="0" marL="457200" rtl="0" algn="l">
              <a:spcBef>
                <a:spcPts val="840"/>
              </a:spcBef>
              <a:spcAft>
                <a:spcPts val="0"/>
              </a:spcAft>
              <a:buClr>
                <a:srgbClr val="000000"/>
              </a:buClr>
              <a:buSzPts val="1400"/>
              <a:buFont typeface="Arial"/>
              <a:buNone/>
            </a:pPr>
            <a:r>
              <a:t/>
            </a:r>
            <a:endParaRPr/>
          </a:p>
          <a:p>
            <a:pPr indent="0" lvl="0" marL="457200" rtl="0" algn="l">
              <a:spcBef>
                <a:spcPts val="840"/>
              </a:spcBef>
              <a:spcAft>
                <a:spcPts val="0"/>
              </a:spcAft>
              <a:buClr>
                <a:srgbClr val="000000"/>
              </a:buClr>
              <a:buSzPts val="1400"/>
              <a:buFont typeface="Arial"/>
              <a:buNone/>
            </a:pPr>
            <a:r>
              <a:t/>
            </a:r>
            <a:endParaRPr/>
          </a:p>
          <a:p>
            <a:pPr indent="0" lvl="0" marL="457200" marR="0" rtl="0" algn="l">
              <a:lnSpc>
                <a:spcPct val="100000"/>
              </a:lnSpc>
              <a:spcBef>
                <a:spcPts val="840"/>
              </a:spcBef>
              <a:spcAft>
                <a:spcPts val="0"/>
              </a:spcAft>
              <a:buClr>
                <a:srgbClr val="000000"/>
              </a:buClr>
              <a:buSzPts val="1400"/>
              <a:buFont typeface="Arial"/>
              <a:buNone/>
            </a:pPr>
            <a:r>
              <a:t/>
            </a:r>
            <a:endParaRPr/>
          </a:p>
        </p:txBody>
      </p:sp>
      <p:graphicFrame>
        <p:nvGraphicFramePr>
          <p:cNvPr id="354" name="Google Shape;354;p44"/>
          <p:cNvGraphicFramePr/>
          <p:nvPr/>
        </p:nvGraphicFramePr>
        <p:xfrm>
          <a:off x="2043325" y="2041263"/>
          <a:ext cx="3000000" cy="3000000"/>
        </p:xfrm>
        <a:graphic>
          <a:graphicData uri="http://schemas.openxmlformats.org/drawingml/2006/table">
            <a:tbl>
              <a:tblPr>
                <a:noFill/>
                <a:tableStyleId>{BF136021-7255-42B7-A7E7-87A8D8FFE9CA}</a:tableStyleId>
              </a:tblPr>
              <a:tblGrid>
                <a:gridCol w="3522650"/>
              </a:tblGrid>
              <a:tr h="3972225">
                <a:tc>
                  <a:txBody>
                    <a:bodyPr/>
                    <a:lstStyle/>
                    <a:p>
                      <a:pPr indent="0" lvl="0" marL="0" rtl="0" algn="l">
                        <a:spcBef>
                          <a:spcPts val="0"/>
                        </a:spcBef>
                        <a:spcAft>
                          <a:spcPts val="0"/>
                        </a:spcAft>
                        <a:buNone/>
                      </a:pPr>
                      <a:r>
                        <a:rPr lang="es-ES" sz="1100">
                          <a:solidFill>
                            <a:srgbClr val="4F81BD"/>
                          </a:solidFill>
                          <a:latin typeface="Calibri"/>
                          <a:ea typeface="Calibri"/>
                          <a:cs typeface="Calibri"/>
                          <a:sym typeface="Calibri"/>
                        </a:rPr>
                        <a:t>  throw new IllegalStateException(</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"No fue posible inicializar el cliente SOAP.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 "No se encontro el WSDL en ninguna URL candidata: " + String.join(", ", wsdlsIntentados)</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 ". Verifique que 04. SERVIDOR este desplegado y activo en Payara."</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a:t>
                      </a:r>
                      <a:endParaRPr sz="1100">
                        <a:solidFill>
                          <a:srgbClr val="4F81BD"/>
                        </a:solidFill>
                        <a:latin typeface="Calibri"/>
                        <a:ea typeface="Calibri"/>
                        <a:cs typeface="Calibri"/>
                        <a:sym typeface="Calibri"/>
                      </a:endParaRPr>
                    </a:p>
                    <a:p>
                      <a:pPr indent="0" lvl="0" marL="0" rtl="0" algn="l">
                        <a:spcBef>
                          <a:spcPts val="0"/>
                        </a:spcBef>
                        <a:spcAft>
                          <a:spcPts val="0"/>
                        </a:spcAft>
                        <a:buNone/>
                      </a:pPr>
                      <a:r>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private List&lt;String&gt; construirBasesUrl()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List&lt;String&gt; basesUrl = new ArrayList&lt;&gt;();</a:t>
                      </a:r>
                      <a:endParaRPr sz="1100">
                        <a:solidFill>
                          <a:srgbClr val="4F81BD"/>
                        </a:solidFill>
                        <a:latin typeface="Calibri"/>
                        <a:ea typeface="Calibri"/>
                        <a:cs typeface="Calibri"/>
                        <a:sym typeface="Calibri"/>
                      </a:endParaRPr>
                    </a:p>
                    <a:p>
                      <a:pPr indent="0" lvl="0" marL="0" rtl="0" algn="l">
                        <a:spcBef>
                          <a:spcPts val="0"/>
                        </a:spcBef>
                        <a:spcAft>
                          <a:spcPts val="0"/>
                        </a:spcAft>
                        <a:buNone/>
                      </a:pPr>
                      <a:r>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String baseConfigurada = obtenerBaseConfigurada();</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if (baseConfigurada != null &amp;&amp; !baseConfigurada.isBlank())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basesUrl.add(normalizarBase(baseConfigurada));</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a:t>
                      </a:r>
                      <a:endParaRPr sz="1100">
                        <a:solidFill>
                          <a:srgbClr val="4F81BD"/>
                        </a:solidFill>
                        <a:latin typeface="Calibri"/>
                        <a:ea typeface="Calibri"/>
                        <a:cs typeface="Calibri"/>
                        <a:sym typeface="Calibri"/>
                      </a:endParaRPr>
                    </a:p>
                    <a:p>
                      <a:pPr indent="0" lvl="0" marL="0" rtl="0" algn="l">
                        <a:spcBef>
                          <a:spcPts val="0"/>
                        </a:spcBef>
                        <a:spcAft>
                          <a:spcPts val="0"/>
                        </a:spcAft>
                        <a:buNone/>
                      </a:pPr>
                      <a:r>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for (String baseDefecto : BASES_URL_POR_DEFECTO)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if (!basesUrl.contains(baseDefecto))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basesUrl.add(baseDefecto);</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a:t>
                      </a:r>
                      <a:endParaRPr sz="1100">
                        <a:solidFill>
                          <a:srgbClr val="4F81BD"/>
                        </a:solidFill>
                        <a:latin typeface="Calibri"/>
                        <a:ea typeface="Calibri"/>
                        <a:cs typeface="Calibri"/>
                        <a:sym typeface="Calibri"/>
                      </a:endParaRPr>
                    </a:p>
                    <a:p>
                      <a:pPr indent="0" lvl="0" marL="0" rtl="0" algn="l">
                        <a:spcBef>
                          <a:spcPts val="0"/>
                        </a:spcBef>
                        <a:spcAft>
                          <a:spcPts val="0"/>
                        </a:spcAft>
                        <a:buNone/>
                      </a:pPr>
                      <a:r>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return basesUrl;</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a:t>
                      </a:r>
                      <a:r>
                        <a:rPr lang="es-ES" sz="1100">
                          <a:solidFill>
                            <a:srgbClr val="4F81BD"/>
                          </a:solidFill>
                          <a:latin typeface="Calibri"/>
                          <a:ea typeface="Calibri"/>
                          <a:cs typeface="Calibri"/>
                          <a:sym typeface="Calibri"/>
                        </a:rPr>
                        <a:t>    </a:t>
                      </a:r>
                      <a:endParaRPr sz="1100">
                        <a:solidFill>
                          <a:srgbClr val="4F81BD"/>
                        </a:solidFill>
                        <a:latin typeface="Calibri"/>
                        <a:ea typeface="Calibri"/>
                        <a:cs typeface="Calibri"/>
                        <a:sym typeface="Calibri"/>
                      </a:endParaRPr>
                    </a:p>
                  </a:txBody>
                  <a:tcPr marT="63500" marB="63500" marR="63500" marL="63500"/>
                </a:tc>
              </a:tr>
            </a:tbl>
          </a:graphicData>
        </a:graphic>
      </p:graphicFrame>
      <p:graphicFrame>
        <p:nvGraphicFramePr>
          <p:cNvPr id="355" name="Google Shape;355;p44"/>
          <p:cNvGraphicFramePr/>
          <p:nvPr/>
        </p:nvGraphicFramePr>
        <p:xfrm>
          <a:off x="5684675" y="2041263"/>
          <a:ext cx="3000000" cy="3000000"/>
        </p:xfrm>
        <a:graphic>
          <a:graphicData uri="http://schemas.openxmlformats.org/drawingml/2006/table">
            <a:tbl>
              <a:tblPr>
                <a:noFill/>
                <a:tableStyleId>{BF136021-7255-42B7-A7E7-87A8D8FFE9CA}</a:tableStyleId>
              </a:tblPr>
              <a:tblGrid>
                <a:gridCol w="3699025"/>
              </a:tblGrid>
              <a:tr h="3972225">
                <a:tc>
                  <a:txBody>
                    <a:bodyPr/>
                    <a:lstStyle/>
                    <a:p>
                      <a:pPr indent="0" lvl="0" marL="0" rtl="0" algn="l">
                        <a:spcBef>
                          <a:spcPts val="0"/>
                        </a:spcBef>
                        <a:spcAft>
                          <a:spcPts val="0"/>
                        </a:spcAft>
                        <a:buNone/>
                      </a:pPr>
                      <a:r>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private String obtenerBaseConfigurada()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String desdePropiedad = System.getProperty(PROPIEDAD_BASE_WS);</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if (desdePropiedad != null &amp;&amp; !desdePropiedad.isBlank())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return desdePropiedad;</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a:t>
                      </a:r>
                      <a:endParaRPr sz="1100">
                        <a:solidFill>
                          <a:srgbClr val="4F81BD"/>
                        </a:solidFill>
                        <a:latin typeface="Calibri"/>
                        <a:ea typeface="Calibri"/>
                        <a:cs typeface="Calibri"/>
                        <a:sym typeface="Calibri"/>
                      </a:endParaRPr>
                    </a:p>
                    <a:p>
                      <a:pPr indent="0" lvl="0" marL="0" rtl="0" algn="l">
                        <a:spcBef>
                          <a:spcPts val="0"/>
                        </a:spcBef>
                        <a:spcAft>
                          <a:spcPts val="0"/>
                        </a:spcAft>
                        <a:buNone/>
                      </a:pPr>
                      <a:r>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String desdeVariable = System.getenv(VARIABLE_BASE_WS);</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if (desdeVariable != null &amp;&amp; !desdeVariable.isBlank())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return desdeVariable;</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a:t>
                      </a:r>
                      <a:endParaRPr sz="1100">
                        <a:solidFill>
                          <a:srgbClr val="4F81BD"/>
                        </a:solidFill>
                        <a:latin typeface="Calibri"/>
                        <a:ea typeface="Calibri"/>
                        <a:cs typeface="Calibri"/>
                        <a:sym typeface="Calibri"/>
                      </a:endParaRPr>
                    </a:p>
                    <a:p>
                      <a:pPr indent="0" lvl="0" marL="0" rtl="0" algn="l">
                        <a:spcBef>
                          <a:spcPts val="0"/>
                        </a:spcBef>
                        <a:spcAft>
                          <a:spcPts val="0"/>
                        </a:spcAft>
                        <a:buNone/>
                      </a:pPr>
                      <a:r>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return null;</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a:t>
                      </a:r>
                      <a:endParaRPr sz="1100">
                        <a:solidFill>
                          <a:srgbClr val="4F81BD"/>
                        </a:solidFill>
                        <a:latin typeface="Calibri"/>
                        <a:ea typeface="Calibri"/>
                        <a:cs typeface="Calibri"/>
                        <a:sym typeface="Calibri"/>
                      </a:endParaRPr>
                    </a:p>
                    <a:p>
                      <a:pPr indent="0" lvl="0" marL="0" rtl="0" algn="l">
                        <a:spcBef>
                          <a:spcPts val="0"/>
                        </a:spcBef>
                        <a:spcAft>
                          <a:spcPts val="0"/>
                        </a:spcAft>
                        <a:buNone/>
                      </a:pPr>
                      <a:r>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private String normalizarBase(String base)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String baseNormalizada = base.trim();</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while (baseNormalizada.endsWith("/"))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baseNormalizada = baseNormalizada.substring(0, baseNormalizada.length() - 1);</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return baseNormalizada;</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a:t>
                      </a:r>
                      <a:endParaRPr sz="1100">
                        <a:solidFill>
                          <a:srgbClr val="4F81BD"/>
                        </a:solidFill>
                        <a:latin typeface="Calibri"/>
                        <a:ea typeface="Calibri"/>
                        <a:cs typeface="Calibri"/>
                        <a:sym typeface="Calibri"/>
                      </a:endParaRPr>
                    </a:p>
                    <a:p>
                      <a:pPr indent="0" lvl="0" marL="0" rtl="0" algn="l">
                        <a:spcBef>
                          <a:spcPts val="0"/>
                        </a:spcBef>
                        <a:spcAft>
                          <a:spcPts val="0"/>
                        </a:spcAft>
                        <a:buNone/>
                      </a:pPr>
                      <a:r>
                        <a:t/>
                      </a:r>
                      <a:endParaRPr sz="1100">
                        <a:solidFill>
                          <a:srgbClr val="4F81BD"/>
                        </a:solidFill>
                        <a:latin typeface="Calibri"/>
                        <a:ea typeface="Calibri"/>
                        <a:cs typeface="Calibri"/>
                        <a:sym typeface="Calibri"/>
                      </a:endParaRPr>
                    </a:p>
                  </a:txBody>
                  <a:tcPr marT="63500" marB="63500" marR="63500" marL="63500"/>
                </a:tc>
              </a:tr>
            </a:tbl>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9" name="Shape 359"/>
        <p:cNvGrpSpPr/>
        <p:nvPr/>
      </p:nvGrpSpPr>
      <p:grpSpPr>
        <a:xfrm>
          <a:off x="0" y="0"/>
          <a:ext cx="0" cy="0"/>
          <a:chOff x="0" y="0"/>
          <a:chExt cx="0" cy="0"/>
        </a:xfrm>
      </p:grpSpPr>
      <p:sp>
        <p:nvSpPr>
          <p:cNvPr id="360" name="Google Shape;360;p45"/>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361" name="Google Shape;361;p45"/>
          <p:cNvSpPr txBox="1"/>
          <p:nvPr>
            <p:ph idx="1" type="body"/>
          </p:nvPr>
        </p:nvSpPr>
        <p:spPr>
          <a:xfrm>
            <a:off x="122575" y="2429475"/>
            <a:ext cx="1643700" cy="3877800"/>
          </a:xfrm>
          <a:prstGeom prst="rect">
            <a:avLst/>
          </a:prstGeom>
          <a:noFill/>
          <a:ln>
            <a:noFill/>
          </a:ln>
        </p:spPr>
        <p:txBody>
          <a:bodyPr anchorCtr="0" anchor="ctr" bIns="45700" lIns="91425" spcFirstLastPara="1" rIns="91425" wrap="square" tIns="45700">
            <a:normAutofit/>
          </a:bodyPr>
          <a:lstStyle/>
          <a:p>
            <a:pPr indent="-327406" lvl="0" marL="457200" rtl="0" algn="l">
              <a:lnSpc>
                <a:spcPct val="150000"/>
              </a:lnSpc>
              <a:spcBef>
                <a:spcPts val="0"/>
              </a:spcBef>
              <a:spcAft>
                <a:spcPts val="0"/>
              </a:spcAft>
              <a:buSzPts val="1556"/>
              <a:buChar char="∙"/>
            </a:pPr>
            <a:r>
              <a:rPr lang="es-ES" sz="1100">
                <a:solidFill>
                  <a:schemeClr val="dk1"/>
                </a:solidFill>
                <a:latin typeface="Calibri"/>
                <a:ea typeface="Calibri"/>
                <a:cs typeface="Calibri"/>
                <a:sym typeface="Calibri"/>
              </a:rPr>
              <a:t>A continuación se detallarán las clases principales con su código fuente.</a:t>
            </a:r>
            <a:endParaRPr sz="1100">
              <a:solidFill>
                <a:schemeClr val="dk1"/>
              </a:solidFill>
              <a:latin typeface="Calibri"/>
              <a:ea typeface="Calibri"/>
              <a:cs typeface="Calibri"/>
              <a:sym typeface="Calibri"/>
            </a:endParaRPr>
          </a:p>
          <a:p>
            <a:pPr indent="-304800" lvl="0" marL="457200" rtl="0" algn="just">
              <a:lnSpc>
                <a:spcPct val="107000"/>
              </a:lnSpc>
              <a:spcBef>
                <a:spcPts val="0"/>
              </a:spcBef>
              <a:spcAft>
                <a:spcPts val="0"/>
              </a:spcAft>
              <a:buSzPts val="1200"/>
              <a:buFont typeface="Cambria"/>
              <a:buChar char="∙"/>
            </a:pPr>
            <a:r>
              <a:t/>
            </a:r>
            <a:endParaRPr sz="1200">
              <a:latin typeface="Cambria"/>
              <a:ea typeface="Cambria"/>
              <a:cs typeface="Cambria"/>
              <a:sym typeface="Cambria"/>
            </a:endParaRPr>
          </a:p>
        </p:txBody>
      </p:sp>
      <p:sp>
        <p:nvSpPr>
          <p:cNvPr id="362" name="Google Shape;362;p45"/>
          <p:cNvSpPr/>
          <p:nvPr/>
        </p:nvSpPr>
        <p:spPr>
          <a:xfrm>
            <a:off x="9383697" y="0"/>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400"/>
              <a:buFont typeface="Arial"/>
              <a:buNone/>
            </a:pPr>
            <a:r>
              <a:t/>
            </a:r>
            <a:endParaRPr/>
          </a:p>
          <a:p>
            <a:pPr indent="-306000" lvl="0" marL="3060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DESARROLLO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SERVIDOR RESTful</a:t>
            </a:r>
            <a:endParaRPr>
              <a:solidFill>
                <a:schemeClr val="lt1"/>
              </a:solidFill>
            </a:endParaRPr>
          </a:p>
          <a:p>
            <a:pPr indent="-306000" lvl="1" marL="763200" rtl="0" algn="l">
              <a:spcBef>
                <a:spcPts val="840"/>
              </a:spcBef>
              <a:spcAft>
                <a:spcPts val="0"/>
              </a:spcAft>
              <a:buClr>
                <a:srgbClr val="FFFF00"/>
              </a:buClr>
              <a:buSzPts val="1104"/>
              <a:buFont typeface="Noto Sans Symbols"/>
              <a:buChar char="◼"/>
            </a:pPr>
            <a:r>
              <a:rPr b="1" lang="es-ES" sz="1200">
                <a:solidFill>
                  <a:srgbClr val="FFFF00"/>
                </a:solidFill>
                <a:latin typeface="Gill Sans"/>
                <a:ea typeface="Gill Sans"/>
                <a:cs typeface="Gill Sans"/>
                <a:sym typeface="Gill Sans"/>
              </a:rPr>
              <a:t>CREACIÓN DEL PROYECTO – CLIENTE CONSOLA</a:t>
            </a:r>
            <a:endParaRPr b="1" sz="1200">
              <a:solidFill>
                <a:srgbClr val="FFFF00"/>
              </a:solidFill>
              <a:latin typeface="Gill Sans"/>
              <a:ea typeface="Gill Sans"/>
              <a:cs typeface="Gill Sans"/>
              <a:sym typeface="Gill Sans"/>
            </a:endParaRPr>
          </a:p>
          <a:p>
            <a:pPr indent="-312096" lvl="1" marL="763200" rtl="0" algn="l">
              <a:spcBef>
                <a:spcPts val="840"/>
              </a:spcBef>
              <a:spcAft>
                <a:spcPts val="0"/>
              </a:spcAft>
              <a:buClr>
                <a:schemeClr val="accent2"/>
              </a:buClr>
              <a:buSzPts val="1200"/>
              <a:buFont typeface="Gill Sans"/>
              <a:buChar char="◼"/>
            </a:pPr>
            <a:r>
              <a:rPr b="1" lang="es-ES" sz="1200">
                <a:solidFill>
                  <a:schemeClr val="lt1"/>
                </a:solidFill>
                <a:latin typeface="Gill Sans"/>
                <a:ea typeface="Gill Sans"/>
                <a:cs typeface="Gill Sans"/>
                <a:sym typeface="Gill Sans"/>
              </a:rPr>
              <a:t>CREACIÓN DEL PROYECTO MAUI</a:t>
            </a:r>
            <a:endParaRPr b="1" sz="1200">
              <a:solidFill>
                <a:schemeClr val="lt1"/>
              </a:solidFill>
              <a:latin typeface="Gill Sans"/>
              <a:ea typeface="Gill Sans"/>
              <a:cs typeface="Gill Sans"/>
              <a:sym typeface="Gill Sans"/>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MOVIL</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CONCLUSIONES</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RECOMENDACIONES</a:t>
            </a:r>
            <a:endParaRPr/>
          </a:p>
          <a:p>
            <a:pPr indent="0" lvl="0" marL="457200" rtl="0" algn="l">
              <a:spcBef>
                <a:spcPts val="840"/>
              </a:spcBef>
              <a:spcAft>
                <a:spcPts val="0"/>
              </a:spcAft>
              <a:buClr>
                <a:srgbClr val="000000"/>
              </a:buClr>
              <a:buSzPts val="1400"/>
              <a:buFont typeface="Arial"/>
              <a:buNone/>
            </a:pPr>
            <a:r>
              <a:t/>
            </a:r>
            <a:endParaRPr/>
          </a:p>
          <a:p>
            <a:pPr indent="0" lvl="0" marL="457200" rtl="0" algn="l">
              <a:spcBef>
                <a:spcPts val="840"/>
              </a:spcBef>
              <a:spcAft>
                <a:spcPts val="0"/>
              </a:spcAft>
              <a:buClr>
                <a:srgbClr val="000000"/>
              </a:buClr>
              <a:buSzPts val="1400"/>
              <a:buFont typeface="Arial"/>
              <a:buNone/>
            </a:pPr>
            <a:r>
              <a:t/>
            </a:r>
            <a:endParaRPr/>
          </a:p>
          <a:p>
            <a:pPr indent="0" lvl="0" marL="457200" marR="0" rtl="0" algn="l">
              <a:lnSpc>
                <a:spcPct val="100000"/>
              </a:lnSpc>
              <a:spcBef>
                <a:spcPts val="840"/>
              </a:spcBef>
              <a:spcAft>
                <a:spcPts val="0"/>
              </a:spcAft>
              <a:buClr>
                <a:srgbClr val="000000"/>
              </a:buClr>
              <a:buSzPts val="1400"/>
              <a:buFont typeface="Arial"/>
              <a:buNone/>
            </a:pPr>
            <a:r>
              <a:t/>
            </a:r>
            <a:endParaRPr/>
          </a:p>
        </p:txBody>
      </p:sp>
      <p:graphicFrame>
        <p:nvGraphicFramePr>
          <p:cNvPr id="363" name="Google Shape;363;p45"/>
          <p:cNvGraphicFramePr/>
          <p:nvPr/>
        </p:nvGraphicFramePr>
        <p:xfrm>
          <a:off x="2043325" y="2041263"/>
          <a:ext cx="3000000" cy="3000000"/>
        </p:xfrm>
        <a:graphic>
          <a:graphicData uri="http://schemas.openxmlformats.org/drawingml/2006/table">
            <a:tbl>
              <a:tblPr>
                <a:noFill/>
                <a:tableStyleId>{BF136021-7255-42B7-A7E7-87A8D8FFE9CA}</a:tableStyleId>
              </a:tblPr>
              <a:tblGrid>
                <a:gridCol w="3522650"/>
              </a:tblGrid>
              <a:tr h="3972225">
                <a:tc>
                  <a:txBody>
                    <a:bodyPr/>
                    <a:lstStyle/>
                    <a:p>
                      <a:pPr indent="0" lvl="0" marL="0" rtl="0" algn="l">
                        <a:spcBef>
                          <a:spcPts val="0"/>
                        </a:spcBef>
                        <a:spcAft>
                          <a:spcPts val="0"/>
                        </a:spcAft>
                        <a:buNone/>
                      </a:pPr>
                      <a:r>
                        <a:rPr lang="es-ES" sz="1100">
                          <a:solidFill>
                            <a:srgbClr val="4F81BD"/>
                          </a:solidFill>
                          <a:latin typeface="Calibri"/>
                          <a:ea typeface="Calibri"/>
                          <a:cs typeface="Calibri"/>
                          <a:sym typeface="Calibri"/>
                        </a:rPr>
                        <a:t>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private void configurarManejadorToken(BindingProvider proveedor)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Binding enlace = proveedor.getBinding();</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List&lt;Handler&gt; cadenaManejadores = new ArrayList&lt;&gt;(enlace.getHandlerChain());</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cadenaManejadores.add(new ManejadorTokenSOAP(() -&gt; tokenSesion));</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enlace.setHandlerChain(cadenaManejadores);</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a:t>
                      </a:r>
                      <a:endParaRPr sz="1100">
                        <a:solidFill>
                          <a:srgbClr val="4F81BD"/>
                        </a:solidFill>
                        <a:latin typeface="Calibri"/>
                        <a:ea typeface="Calibri"/>
                        <a:cs typeface="Calibri"/>
                        <a:sym typeface="Calibri"/>
                      </a:endParaRPr>
                    </a:p>
                    <a:p>
                      <a:pPr indent="0" lvl="0" marL="0" rtl="0" algn="l">
                        <a:spcBef>
                          <a:spcPts val="0"/>
                        </a:spcBef>
                        <a:spcAft>
                          <a:spcPts val="0"/>
                        </a:spcAft>
                        <a:buNone/>
                      </a:pPr>
                      <a:r>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public String login(String usuario, String contrasenia)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this.tokenSesion = puerto.login(usuario, contrasenia);</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return this.tokenSesion;</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a:t>
                      </a:r>
                      <a:endParaRPr sz="1100">
                        <a:solidFill>
                          <a:srgbClr val="4F81BD"/>
                        </a:solidFill>
                        <a:latin typeface="Calibri"/>
                        <a:ea typeface="Calibri"/>
                        <a:cs typeface="Calibri"/>
                        <a:sym typeface="Calibri"/>
                      </a:endParaRPr>
                    </a:p>
                    <a:p>
                      <a:pPr indent="0" lvl="0" marL="0" rtl="0" algn="l">
                        <a:spcBef>
                          <a:spcPts val="0"/>
                        </a:spcBef>
                        <a:spcAft>
                          <a:spcPts val="0"/>
                        </a:spcAft>
                        <a:buNone/>
                      </a:pPr>
                      <a:r>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public double convertirLongitud(double valor, String unidadInicial, String unidadFinal)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return puerto.convertirLongitud(valor, unidadInicial, unidadFinal);</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a:t>
                      </a:r>
                      <a:endParaRPr sz="1100">
                        <a:solidFill>
                          <a:srgbClr val="4F81BD"/>
                        </a:solidFill>
                        <a:latin typeface="Calibri"/>
                        <a:ea typeface="Calibri"/>
                        <a:cs typeface="Calibri"/>
                        <a:sym typeface="Calibri"/>
                      </a:endParaRPr>
                    </a:p>
                    <a:p>
                      <a:pPr indent="0" lvl="0" marL="0" rtl="0" algn="l">
                        <a:spcBef>
                          <a:spcPts val="0"/>
                        </a:spcBef>
                        <a:spcAft>
                          <a:spcPts val="0"/>
                        </a:spcAft>
                        <a:buNone/>
                      </a:pPr>
                      <a:r>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public double convertirMasa(double valor, String unidadInicial, String unidadFinal)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return puerto.convertirMasa(valor, unidadInicial, unidadFinal);</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a:t>
                      </a:r>
                      <a:endParaRPr sz="1100">
                        <a:solidFill>
                          <a:srgbClr val="4F81BD"/>
                        </a:solidFill>
                        <a:latin typeface="Calibri"/>
                        <a:ea typeface="Calibri"/>
                        <a:cs typeface="Calibri"/>
                        <a:sym typeface="Calibri"/>
                      </a:endParaRPr>
                    </a:p>
                  </a:txBody>
                  <a:tcPr marT="63500" marB="63500" marR="63500" marL="63500"/>
                </a:tc>
              </a:tr>
            </a:tbl>
          </a:graphicData>
        </a:graphic>
      </p:graphicFrame>
      <p:graphicFrame>
        <p:nvGraphicFramePr>
          <p:cNvPr id="364" name="Google Shape;364;p45"/>
          <p:cNvGraphicFramePr/>
          <p:nvPr/>
        </p:nvGraphicFramePr>
        <p:xfrm>
          <a:off x="5684675" y="2041263"/>
          <a:ext cx="3000000" cy="3000000"/>
        </p:xfrm>
        <a:graphic>
          <a:graphicData uri="http://schemas.openxmlformats.org/drawingml/2006/table">
            <a:tbl>
              <a:tblPr>
                <a:noFill/>
                <a:tableStyleId>{BF136021-7255-42B7-A7E7-87A8D8FFE9CA}</a:tableStyleId>
              </a:tblPr>
              <a:tblGrid>
                <a:gridCol w="3699025"/>
              </a:tblGrid>
              <a:tr h="3972225">
                <a:tc>
                  <a:txBody>
                    <a:bodyPr/>
                    <a:lstStyle/>
                    <a:p>
                      <a:pPr indent="0" lvl="0" marL="0" rtl="0" algn="l">
                        <a:spcBef>
                          <a:spcPts val="0"/>
                        </a:spcBef>
                        <a:spcAft>
                          <a:spcPts val="0"/>
                        </a:spcAft>
                        <a:buNone/>
                      </a:pPr>
                      <a:r>
                        <a:rPr lang="es-ES" sz="1100">
                          <a:solidFill>
                            <a:srgbClr val="4F81BD"/>
                          </a:solidFill>
                          <a:latin typeface="Calibri"/>
                          <a:ea typeface="Calibri"/>
                          <a:cs typeface="Calibri"/>
                          <a:sym typeface="Calibri"/>
                        </a:rPr>
                        <a:t>public double convertirTemperatura(double valor, String unidadInicial, String unidadFinal)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return puerto.convertirTemperatura(valor, unidadInicial, unidadFinal);</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a:t>
                      </a:r>
                      <a:endParaRPr sz="1100">
                        <a:solidFill>
                          <a:srgbClr val="4F81BD"/>
                        </a:solidFill>
                        <a:latin typeface="Calibri"/>
                        <a:ea typeface="Calibri"/>
                        <a:cs typeface="Calibri"/>
                        <a:sym typeface="Calibri"/>
                      </a:endParaRPr>
                    </a:p>
                    <a:p>
                      <a:pPr indent="0" lvl="0" marL="0" rtl="0" algn="l">
                        <a:spcBef>
                          <a:spcPts val="0"/>
                        </a:spcBef>
                        <a:spcAft>
                          <a:spcPts val="0"/>
                        </a:spcAft>
                        <a:buNone/>
                      </a:pPr>
                      <a:r>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public String getTokenSesion()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return tokenSesion;</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a:t>
                      </a:r>
                      <a:endParaRPr sz="1100">
                        <a:solidFill>
                          <a:srgbClr val="4F81BD"/>
                        </a:solidFill>
                        <a:latin typeface="Calibri"/>
                        <a:ea typeface="Calibri"/>
                        <a:cs typeface="Calibri"/>
                        <a:sym typeface="Calibri"/>
                      </a:endParaRPr>
                    </a:p>
                    <a:p>
                      <a:pPr indent="0" lvl="0" marL="0" rtl="0" algn="l">
                        <a:spcBef>
                          <a:spcPts val="0"/>
                        </a:spcBef>
                        <a:spcAft>
                          <a:spcPts val="0"/>
                        </a:spcAft>
                        <a:buNone/>
                      </a:pPr>
                      <a:r>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public String getEndpointActivo()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return endpointActivo;</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a:t>
                      </a:r>
                      <a:endParaRPr sz="1100">
                        <a:solidFill>
                          <a:srgbClr val="4F81BD"/>
                        </a:solidFill>
                        <a:latin typeface="Calibri"/>
                        <a:ea typeface="Calibri"/>
                        <a:cs typeface="Calibri"/>
                        <a:sym typeface="Calibri"/>
                      </a:endParaRPr>
                    </a:p>
                    <a:p>
                      <a:pPr indent="0" lvl="0" marL="0" rtl="0" algn="l">
                        <a:spcBef>
                          <a:spcPts val="0"/>
                        </a:spcBef>
                        <a:spcAft>
                          <a:spcPts val="0"/>
                        </a:spcAft>
                        <a:buNone/>
                      </a:pPr>
                      <a:r>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public void cerrarSesion()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this.tokenSesion = null;</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    }</a:t>
                      </a:r>
                      <a:endParaRPr sz="1100">
                        <a:solidFill>
                          <a:srgbClr val="4F81BD"/>
                        </a:solidFill>
                        <a:latin typeface="Calibri"/>
                        <a:ea typeface="Calibri"/>
                        <a:cs typeface="Calibri"/>
                        <a:sym typeface="Calibri"/>
                      </a:endParaRPr>
                    </a:p>
                    <a:p>
                      <a:pPr indent="0" lvl="0" marL="0" rtl="0" algn="l">
                        <a:spcBef>
                          <a:spcPts val="0"/>
                        </a:spcBef>
                        <a:spcAft>
                          <a:spcPts val="0"/>
                        </a:spcAft>
                        <a:buNone/>
                      </a:pPr>
                      <a:r>
                        <a:rPr lang="es-ES" sz="1100">
                          <a:solidFill>
                            <a:srgbClr val="4F81BD"/>
                          </a:solidFill>
                          <a:latin typeface="Calibri"/>
                          <a:ea typeface="Calibri"/>
                          <a:cs typeface="Calibri"/>
                          <a:sym typeface="Calibri"/>
                        </a:rPr>
                        <a:t>}</a:t>
                      </a:r>
                      <a:endParaRPr sz="1100">
                        <a:solidFill>
                          <a:srgbClr val="4F81BD"/>
                        </a:solidFill>
                        <a:latin typeface="Calibri"/>
                        <a:ea typeface="Calibri"/>
                        <a:cs typeface="Calibri"/>
                        <a:sym typeface="Calibri"/>
                      </a:endParaRPr>
                    </a:p>
                  </a:txBody>
                  <a:tcPr marT="63500" marB="63500" marR="63500" marL="63500"/>
                </a:tc>
              </a:tr>
            </a:tbl>
          </a:graphicData>
        </a:graphic>
      </p:graphicFrame>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8" name="Shape 368"/>
        <p:cNvGrpSpPr/>
        <p:nvPr/>
      </p:nvGrpSpPr>
      <p:grpSpPr>
        <a:xfrm>
          <a:off x="0" y="0"/>
          <a:ext cx="0" cy="0"/>
          <a:chOff x="0" y="0"/>
          <a:chExt cx="0" cy="0"/>
        </a:xfrm>
      </p:grpSpPr>
      <p:sp>
        <p:nvSpPr>
          <p:cNvPr id="369" name="Google Shape;369;p46"/>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370" name="Google Shape;370;p46"/>
          <p:cNvSpPr txBox="1"/>
          <p:nvPr>
            <p:ph idx="1" type="body"/>
          </p:nvPr>
        </p:nvSpPr>
        <p:spPr>
          <a:xfrm>
            <a:off x="122575" y="2429475"/>
            <a:ext cx="1643700" cy="3877800"/>
          </a:xfrm>
          <a:prstGeom prst="rect">
            <a:avLst/>
          </a:prstGeom>
          <a:noFill/>
          <a:ln>
            <a:noFill/>
          </a:ln>
        </p:spPr>
        <p:txBody>
          <a:bodyPr anchorCtr="0" anchor="ctr" bIns="45700" lIns="91425" spcFirstLastPara="1" rIns="91425" wrap="square" tIns="45700">
            <a:normAutofit/>
          </a:bodyPr>
          <a:lstStyle/>
          <a:p>
            <a:pPr indent="-327406" lvl="0" marL="457200" rtl="0" algn="l">
              <a:lnSpc>
                <a:spcPct val="150000"/>
              </a:lnSpc>
              <a:spcBef>
                <a:spcPts val="0"/>
              </a:spcBef>
              <a:spcAft>
                <a:spcPts val="0"/>
              </a:spcAft>
              <a:buSzPts val="1556"/>
              <a:buChar char="∙"/>
            </a:pPr>
            <a:r>
              <a:rPr lang="es-ES" sz="1100">
                <a:solidFill>
                  <a:schemeClr val="dk1"/>
                </a:solidFill>
                <a:latin typeface="Calibri"/>
                <a:ea typeface="Calibri"/>
                <a:cs typeface="Calibri"/>
                <a:sym typeface="Calibri"/>
              </a:rPr>
              <a:t>Se puede verificar que el cliente funciona de forma correcta, se levanta y tiene comunicación </a:t>
            </a:r>
            <a:endParaRPr b="1" sz="1400">
              <a:solidFill>
                <a:srgbClr val="17365D"/>
              </a:solidFill>
              <a:latin typeface="Calibri"/>
              <a:ea typeface="Calibri"/>
              <a:cs typeface="Calibri"/>
              <a:sym typeface="Calibri"/>
            </a:endParaRPr>
          </a:p>
          <a:p>
            <a:pPr indent="-298450" lvl="0" marL="457200" rtl="0" algn="l">
              <a:lnSpc>
                <a:spcPct val="150000"/>
              </a:lnSpc>
              <a:spcBef>
                <a:spcPts val="0"/>
              </a:spcBef>
              <a:spcAft>
                <a:spcPts val="0"/>
              </a:spcAft>
              <a:buClr>
                <a:schemeClr val="dk1"/>
              </a:buClr>
              <a:buSzPts val="1100"/>
              <a:buFont typeface="Calibri"/>
              <a:buChar char="∙"/>
            </a:pPr>
            <a:r>
              <a:t/>
            </a:r>
            <a:endParaRPr sz="1100">
              <a:solidFill>
                <a:schemeClr val="dk1"/>
              </a:solidFill>
              <a:latin typeface="Calibri"/>
              <a:ea typeface="Calibri"/>
              <a:cs typeface="Calibri"/>
              <a:sym typeface="Calibri"/>
            </a:endParaRPr>
          </a:p>
          <a:p>
            <a:pPr indent="-304800" lvl="0" marL="457200" rtl="0" algn="just">
              <a:lnSpc>
                <a:spcPct val="107000"/>
              </a:lnSpc>
              <a:spcBef>
                <a:spcPts val="0"/>
              </a:spcBef>
              <a:spcAft>
                <a:spcPts val="0"/>
              </a:spcAft>
              <a:buSzPts val="1200"/>
              <a:buFont typeface="Cambria"/>
              <a:buChar char="∙"/>
            </a:pPr>
            <a:r>
              <a:t/>
            </a:r>
            <a:endParaRPr sz="1200">
              <a:latin typeface="Cambria"/>
              <a:ea typeface="Cambria"/>
              <a:cs typeface="Cambria"/>
              <a:sym typeface="Cambria"/>
            </a:endParaRPr>
          </a:p>
        </p:txBody>
      </p:sp>
      <p:sp>
        <p:nvSpPr>
          <p:cNvPr id="371" name="Google Shape;371;p46"/>
          <p:cNvSpPr/>
          <p:nvPr/>
        </p:nvSpPr>
        <p:spPr>
          <a:xfrm>
            <a:off x="9383697" y="0"/>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400"/>
              <a:buFont typeface="Arial"/>
              <a:buNone/>
            </a:pPr>
            <a:r>
              <a:t/>
            </a:r>
            <a:endParaRPr/>
          </a:p>
          <a:p>
            <a:pPr indent="-306000" lvl="0" marL="3060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DESARROLLO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SERVIDOR RESTful</a:t>
            </a:r>
            <a:endParaRPr>
              <a:solidFill>
                <a:schemeClr val="lt1"/>
              </a:solidFill>
            </a:endParaRPr>
          </a:p>
          <a:p>
            <a:pPr indent="-306000" lvl="1" marL="763200" rtl="0" algn="l">
              <a:spcBef>
                <a:spcPts val="840"/>
              </a:spcBef>
              <a:spcAft>
                <a:spcPts val="0"/>
              </a:spcAft>
              <a:buClr>
                <a:srgbClr val="FFFF00"/>
              </a:buClr>
              <a:buSzPts val="1104"/>
              <a:buFont typeface="Noto Sans Symbols"/>
              <a:buChar char="◼"/>
            </a:pPr>
            <a:r>
              <a:rPr b="1" lang="es-ES" sz="1200">
                <a:solidFill>
                  <a:srgbClr val="FFFF00"/>
                </a:solidFill>
                <a:latin typeface="Gill Sans"/>
                <a:ea typeface="Gill Sans"/>
                <a:cs typeface="Gill Sans"/>
                <a:sym typeface="Gill Sans"/>
              </a:rPr>
              <a:t>CREACIÓN DEL PROYECTO – CLIENTE CONSOLA</a:t>
            </a:r>
            <a:endParaRPr b="1" sz="1200">
              <a:solidFill>
                <a:srgbClr val="FFFF00"/>
              </a:solidFill>
              <a:latin typeface="Gill Sans"/>
              <a:ea typeface="Gill Sans"/>
              <a:cs typeface="Gill Sans"/>
              <a:sym typeface="Gill Sans"/>
            </a:endParaRPr>
          </a:p>
          <a:p>
            <a:pPr indent="-312096" lvl="1" marL="763200" rtl="0" algn="l">
              <a:spcBef>
                <a:spcPts val="840"/>
              </a:spcBef>
              <a:spcAft>
                <a:spcPts val="0"/>
              </a:spcAft>
              <a:buClr>
                <a:schemeClr val="accent2"/>
              </a:buClr>
              <a:buSzPts val="1200"/>
              <a:buFont typeface="Gill Sans"/>
              <a:buChar char="◼"/>
            </a:pPr>
            <a:r>
              <a:rPr b="1" lang="es-ES" sz="1200">
                <a:solidFill>
                  <a:schemeClr val="lt1"/>
                </a:solidFill>
                <a:latin typeface="Gill Sans"/>
                <a:ea typeface="Gill Sans"/>
                <a:cs typeface="Gill Sans"/>
                <a:sym typeface="Gill Sans"/>
              </a:rPr>
              <a:t>CREACIÓN DEL PROYECTO MAUI</a:t>
            </a:r>
            <a:endParaRPr b="1" sz="1200">
              <a:solidFill>
                <a:schemeClr val="lt1"/>
              </a:solidFill>
              <a:latin typeface="Gill Sans"/>
              <a:ea typeface="Gill Sans"/>
              <a:cs typeface="Gill Sans"/>
              <a:sym typeface="Gill Sans"/>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MOVIL</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CONCLUSIONES</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RECOMENDACIONES</a:t>
            </a:r>
            <a:endParaRPr/>
          </a:p>
          <a:p>
            <a:pPr indent="0" lvl="0" marL="457200" rtl="0" algn="l">
              <a:spcBef>
                <a:spcPts val="840"/>
              </a:spcBef>
              <a:spcAft>
                <a:spcPts val="0"/>
              </a:spcAft>
              <a:buClr>
                <a:srgbClr val="000000"/>
              </a:buClr>
              <a:buSzPts val="1400"/>
              <a:buFont typeface="Arial"/>
              <a:buNone/>
            </a:pPr>
            <a:r>
              <a:t/>
            </a:r>
            <a:endParaRPr/>
          </a:p>
          <a:p>
            <a:pPr indent="0" lvl="0" marL="457200" rtl="0" algn="l">
              <a:spcBef>
                <a:spcPts val="840"/>
              </a:spcBef>
              <a:spcAft>
                <a:spcPts val="0"/>
              </a:spcAft>
              <a:buClr>
                <a:srgbClr val="000000"/>
              </a:buClr>
              <a:buSzPts val="1400"/>
              <a:buFont typeface="Arial"/>
              <a:buNone/>
            </a:pPr>
            <a:r>
              <a:t/>
            </a:r>
            <a:endParaRPr/>
          </a:p>
          <a:p>
            <a:pPr indent="0" lvl="0" marL="457200" marR="0" rtl="0" algn="l">
              <a:lnSpc>
                <a:spcPct val="100000"/>
              </a:lnSpc>
              <a:spcBef>
                <a:spcPts val="840"/>
              </a:spcBef>
              <a:spcAft>
                <a:spcPts val="0"/>
              </a:spcAft>
              <a:buClr>
                <a:srgbClr val="000000"/>
              </a:buClr>
              <a:buSzPts val="1400"/>
              <a:buFont typeface="Arial"/>
              <a:buNone/>
            </a:pPr>
            <a:r>
              <a:t/>
            </a:r>
            <a:endParaRPr/>
          </a:p>
        </p:txBody>
      </p:sp>
      <p:pic>
        <p:nvPicPr>
          <p:cNvPr id="372" name="Google Shape;372;p46"/>
          <p:cNvPicPr preferRelativeResize="0"/>
          <p:nvPr/>
        </p:nvPicPr>
        <p:blipFill>
          <a:blip r:embed="rId3">
            <a:alphaModFix/>
          </a:blip>
          <a:stretch>
            <a:fillRect/>
          </a:stretch>
        </p:blipFill>
        <p:spPr>
          <a:xfrm>
            <a:off x="3228913" y="2794000"/>
            <a:ext cx="5734050" cy="2505075"/>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6" name="Shape 376"/>
        <p:cNvGrpSpPr/>
        <p:nvPr/>
      </p:nvGrpSpPr>
      <p:grpSpPr>
        <a:xfrm>
          <a:off x="0" y="0"/>
          <a:ext cx="0" cy="0"/>
          <a:chOff x="0" y="0"/>
          <a:chExt cx="0" cy="0"/>
        </a:xfrm>
      </p:grpSpPr>
      <p:sp>
        <p:nvSpPr>
          <p:cNvPr id="377" name="Google Shape;377;p47"/>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378" name="Google Shape;378;p47"/>
          <p:cNvSpPr/>
          <p:nvPr/>
        </p:nvSpPr>
        <p:spPr>
          <a:xfrm>
            <a:off x="9383697" y="14347"/>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400"/>
              <a:buFont typeface="Arial"/>
              <a:buNone/>
            </a:pPr>
            <a:r>
              <a:t/>
            </a:r>
            <a:endParaRPr/>
          </a:p>
          <a:p>
            <a:pPr indent="-306000" lvl="0" marL="3060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DESARROLLO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SERVIDOR RESTful</a:t>
            </a:r>
            <a:endParaRPr>
              <a:solidFill>
                <a:schemeClr val="lt1"/>
              </a:solidFill>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12096" lvl="1" marL="763200" rtl="0" algn="l">
              <a:spcBef>
                <a:spcPts val="840"/>
              </a:spcBef>
              <a:spcAft>
                <a:spcPts val="0"/>
              </a:spcAft>
              <a:buClr>
                <a:srgbClr val="FFFF00"/>
              </a:buClr>
              <a:buSzPts val="1200"/>
              <a:buFont typeface="Gill Sans"/>
              <a:buChar char="◼"/>
            </a:pPr>
            <a:r>
              <a:rPr b="1" lang="es-ES" sz="1200">
                <a:solidFill>
                  <a:srgbClr val="FFFF00"/>
                </a:solidFill>
                <a:latin typeface="Gill Sans"/>
                <a:ea typeface="Gill Sans"/>
                <a:cs typeface="Gill Sans"/>
                <a:sym typeface="Gill Sans"/>
              </a:rPr>
              <a:t>CREACIÓN DEL PROYECTO MAUI</a:t>
            </a:r>
            <a:endParaRPr b="1" sz="1200">
              <a:solidFill>
                <a:srgbClr val="FFFF00"/>
              </a:solidFill>
              <a:latin typeface="Gill Sans"/>
              <a:ea typeface="Gill Sans"/>
              <a:cs typeface="Gill Sans"/>
              <a:sym typeface="Gill Sans"/>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MOVIL</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CONCLUSIONES</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RECOMENDACIONES</a:t>
            </a:r>
            <a:endParaRPr/>
          </a:p>
          <a:p>
            <a:pPr indent="0" lvl="0" marL="457200" rtl="0" algn="l">
              <a:spcBef>
                <a:spcPts val="840"/>
              </a:spcBef>
              <a:spcAft>
                <a:spcPts val="0"/>
              </a:spcAft>
              <a:buClr>
                <a:srgbClr val="000000"/>
              </a:buClr>
              <a:buSzPts val="1400"/>
              <a:buFont typeface="Arial"/>
              <a:buNone/>
            </a:pPr>
            <a:r>
              <a:t/>
            </a:r>
            <a:endParaRPr/>
          </a:p>
          <a:p>
            <a:pPr indent="0" lvl="0" marL="457200" rtl="0" algn="l">
              <a:spcBef>
                <a:spcPts val="840"/>
              </a:spcBef>
              <a:spcAft>
                <a:spcPts val="0"/>
              </a:spcAft>
              <a:buClr>
                <a:srgbClr val="000000"/>
              </a:buClr>
              <a:buSzPts val="1400"/>
              <a:buFont typeface="Arial"/>
              <a:buNone/>
            </a:pPr>
            <a:r>
              <a:t/>
            </a:r>
            <a:endParaRPr/>
          </a:p>
          <a:p>
            <a:pPr indent="0" lvl="0" marL="457200" marR="0" rtl="0" algn="l">
              <a:lnSpc>
                <a:spcPct val="100000"/>
              </a:lnSpc>
              <a:spcBef>
                <a:spcPts val="840"/>
              </a:spcBef>
              <a:spcAft>
                <a:spcPts val="0"/>
              </a:spcAft>
              <a:buClr>
                <a:srgbClr val="000000"/>
              </a:buClr>
              <a:buSzPts val="1400"/>
              <a:buFont typeface="Arial"/>
              <a:buNone/>
            </a:pPr>
            <a:r>
              <a:t/>
            </a:r>
            <a:endParaRPr/>
          </a:p>
        </p:txBody>
      </p:sp>
      <p:sp>
        <p:nvSpPr>
          <p:cNvPr id="379" name="Google Shape;379;p47"/>
          <p:cNvSpPr txBox="1"/>
          <p:nvPr>
            <p:ph idx="1" type="body"/>
          </p:nvPr>
        </p:nvSpPr>
        <p:spPr>
          <a:xfrm>
            <a:off x="581200" y="1902979"/>
            <a:ext cx="8589300" cy="1170900"/>
          </a:xfrm>
          <a:prstGeom prst="rect">
            <a:avLst/>
          </a:prstGeom>
          <a:noFill/>
          <a:ln>
            <a:noFill/>
          </a:ln>
        </p:spPr>
        <p:txBody>
          <a:bodyPr anchorCtr="0" anchor="ctr" bIns="45700" lIns="91425" spcFirstLastPara="1" rIns="91425" wrap="square" tIns="45700">
            <a:normAutofit fontScale="92500"/>
          </a:bodyPr>
          <a:lstStyle/>
          <a:p>
            <a:pPr indent="-320524" lvl="0" marL="457200" marR="0" rtl="0" algn="l">
              <a:lnSpc>
                <a:spcPct val="115000"/>
              </a:lnSpc>
              <a:spcBef>
                <a:spcPts val="0"/>
              </a:spcBef>
              <a:spcAft>
                <a:spcPts val="0"/>
              </a:spcAft>
              <a:buSzPct val="100064"/>
              <a:buFont typeface="Cambria"/>
              <a:buChar char="◼"/>
            </a:pPr>
            <a:r>
              <a:rPr lang="es-ES" sz="1564">
                <a:latin typeface="Cambria"/>
                <a:ea typeface="Cambria"/>
                <a:cs typeface="Cambria"/>
                <a:sym typeface="Cambria"/>
              </a:rPr>
              <a:t>Para este caso, para poder optimizar el tiempo se optó por usar el framework de MAUI el cual permite crear un proyecto central el cual después puede adaptarse a las distintas plataformas(web, mobile y Desktop)</a:t>
            </a:r>
            <a:endParaRPr sz="1564">
              <a:latin typeface="Cambria"/>
              <a:ea typeface="Cambria"/>
              <a:cs typeface="Cambria"/>
              <a:sym typeface="Cambria"/>
            </a:endParaRPr>
          </a:p>
          <a:p>
            <a:pPr indent="-320524" lvl="0" marL="457200" marR="0" rtl="0" algn="l">
              <a:lnSpc>
                <a:spcPct val="115000"/>
              </a:lnSpc>
              <a:spcBef>
                <a:spcPts val="0"/>
              </a:spcBef>
              <a:spcAft>
                <a:spcPts val="0"/>
              </a:spcAft>
              <a:buSzPct val="100064"/>
              <a:buFont typeface="Cambria"/>
              <a:buChar char="◼"/>
            </a:pPr>
            <a:r>
              <a:rPr lang="es-ES" sz="1564">
                <a:latin typeface="Cambria"/>
                <a:ea typeface="Cambria"/>
                <a:cs typeface="Cambria"/>
                <a:sym typeface="Cambria"/>
              </a:rPr>
              <a:t>Para empezar se debe crear el proyecto en visual studio, para ello se selecciona una </a:t>
            </a:r>
            <a:r>
              <a:rPr lang="es-ES" sz="1564">
                <a:latin typeface="Cambria"/>
                <a:ea typeface="Cambria"/>
                <a:cs typeface="Cambria"/>
                <a:sym typeface="Cambria"/>
              </a:rPr>
              <a:t>solución</a:t>
            </a:r>
            <a:r>
              <a:rPr lang="es-ES" sz="1564">
                <a:latin typeface="Cambria"/>
                <a:ea typeface="Cambria"/>
                <a:cs typeface="Cambria"/>
                <a:sym typeface="Cambria"/>
              </a:rPr>
              <a:t> en blanco.</a:t>
            </a:r>
            <a:endParaRPr sz="1564">
              <a:latin typeface="Cambria"/>
              <a:ea typeface="Cambria"/>
              <a:cs typeface="Cambria"/>
              <a:sym typeface="Cambria"/>
            </a:endParaRPr>
          </a:p>
        </p:txBody>
      </p:sp>
      <p:pic>
        <p:nvPicPr>
          <p:cNvPr id="380" name="Google Shape;380;p47"/>
          <p:cNvPicPr preferRelativeResize="0"/>
          <p:nvPr/>
        </p:nvPicPr>
        <p:blipFill>
          <a:blip r:embed="rId3">
            <a:alphaModFix/>
          </a:blip>
          <a:stretch>
            <a:fillRect/>
          </a:stretch>
        </p:blipFill>
        <p:spPr>
          <a:xfrm>
            <a:off x="2087175" y="3158725"/>
            <a:ext cx="5734050" cy="3590925"/>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4" name="Shape 384"/>
        <p:cNvGrpSpPr/>
        <p:nvPr/>
      </p:nvGrpSpPr>
      <p:grpSpPr>
        <a:xfrm>
          <a:off x="0" y="0"/>
          <a:ext cx="0" cy="0"/>
          <a:chOff x="0" y="0"/>
          <a:chExt cx="0" cy="0"/>
        </a:xfrm>
      </p:grpSpPr>
      <p:sp>
        <p:nvSpPr>
          <p:cNvPr id="385" name="Google Shape;385;p48"/>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386" name="Google Shape;386;p48"/>
          <p:cNvSpPr/>
          <p:nvPr/>
        </p:nvSpPr>
        <p:spPr>
          <a:xfrm>
            <a:off x="9383697" y="14347"/>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400"/>
              <a:buFont typeface="Arial"/>
              <a:buNone/>
            </a:pPr>
            <a:r>
              <a:t/>
            </a:r>
            <a:endParaRPr/>
          </a:p>
          <a:p>
            <a:pPr indent="-306000" lvl="0" marL="3060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DESARROLLO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SERVIDOR RESTful</a:t>
            </a:r>
            <a:endParaRPr>
              <a:solidFill>
                <a:schemeClr val="lt1"/>
              </a:solidFill>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12096" lvl="1" marL="763200" rtl="0" algn="l">
              <a:spcBef>
                <a:spcPts val="840"/>
              </a:spcBef>
              <a:spcAft>
                <a:spcPts val="0"/>
              </a:spcAft>
              <a:buClr>
                <a:srgbClr val="FFFF00"/>
              </a:buClr>
              <a:buSzPts val="1200"/>
              <a:buFont typeface="Gill Sans"/>
              <a:buChar char="◼"/>
            </a:pPr>
            <a:r>
              <a:rPr b="1" lang="es-ES" sz="1200">
                <a:solidFill>
                  <a:srgbClr val="FFFF00"/>
                </a:solidFill>
                <a:latin typeface="Gill Sans"/>
                <a:ea typeface="Gill Sans"/>
                <a:cs typeface="Gill Sans"/>
                <a:sym typeface="Gill Sans"/>
              </a:rPr>
              <a:t>CREACIÓN DEL PROYECTO MAUI</a:t>
            </a:r>
            <a:endParaRPr b="1" sz="1200">
              <a:solidFill>
                <a:srgbClr val="FFFF00"/>
              </a:solidFill>
              <a:latin typeface="Gill Sans"/>
              <a:ea typeface="Gill Sans"/>
              <a:cs typeface="Gill Sans"/>
              <a:sym typeface="Gill Sans"/>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MOVIL</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CONCLUSIONES</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RECOMENDACIONES</a:t>
            </a:r>
            <a:endParaRPr/>
          </a:p>
          <a:p>
            <a:pPr indent="0" lvl="0" marL="457200" rtl="0" algn="l">
              <a:spcBef>
                <a:spcPts val="840"/>
              </a:spcBef>
              <a:spcAft>
                <a:spcPts val="0"/>
              </a:spcAft>
              <a:buClr>
                <a:srgbClr val="000000"/>
              </a:buClr>
              <a:buSzPts val="1400"/>
              <a:buFont typeface="Arial"/>
              <a:buNone/>
            </a:pPr>
            <a:r>
              <a:t/>
            </a:r>
            <a:endParaRPr/>
          </a:p>
          <a:p>
            <a:pPr indent="0" lvl="0" marL="457200" rtl="0" algn="l">
              <a:spcBef>
                <a:spcPts val="840"/>
              </a:spcBef>
              <a:spcAft>
                <a:spcPts val="0"/>
              </a:spcAft>
              <a:buClr>
                <a:srgbClr val="000000"/>
              </a:buClr>
              <a:buSzPts val="1400"/>
              <a:buFont typeface="Arial"/>
              <a:buNone/>
            </a:pPr>
            <a:r>
              <a:t/>
            </a:r>
            <a:endParaRPr/>
          </a:p>
          <a:p>
            <a:pPr indent="0" lvl="0" marL="457200" marR="0" rtl="0" algn="l">
              <a:lnSpc>
                <a:spcPct val="100000"/>
              </a:lnSpc>
              <a:spcBef>
                <a:spcPts val="840"/>
              </a:spcBef>
              <a:spcAft>
                <a:spcPts val="0"/>
              </a:spcAft>
              <a:buClr>
                <a:srgbClr val="000000"/>
              </a:buClr>
              <a:buSzPts val="1400"/>
              <a:buFont typeface="Arial"/>
              <a:buNone/>
            </a:pPr>
            <a:r>
              <a:t/>
            </a:r>
            <a:endParaRPr/>
          </a:p>
        </p:txBody>
      </p:sp>
      <p:sp>
        <p:nvSpPr>
          <p:cNvPr id="387" name="Google Shape;387;p48"/>
          <p:cNvSpPr txBox="1"/>
          <p:nvPr>
            <p:ph idx="1" type="body"/>
          </p:nvPr>
        </p:nvSpPr>
        <p:spPr>
          <a:xfrm>
            <a:off x="581200" y="1902979"/>
            <a:ext cx="8589300" cy="1170900"/>
          </a:xfrm>
          <a:prstGeom prst="rect">
            <a:avLst/>
          </a:prstGeom>
          <a:noFill/>
          <a:ln>
            <a:noFill/>
          </a:ln>
        </p:spPr>
        <p:txBody>
          <a:bodyPr anchorCtr="0" anchor="ctr" bIns="45700" lIns="91425" spcFirstLastPara="1" rIns="91425" wrap="square" tIns="45700">
            <a:normAutofit/>
          </a:bodyPr>
          <a:lstStyle/>
          <a:p>
            <a:pPr indent="-327978" lvl="0" marL="457200" marR="0" rtl="0" algn="l">
              <a:lnSpc>
                <a:spcPct val="115000"/>
              </a:lnSpc>
              <a:spcBef>
                <a:spcPts val="0"/>
              </a:spcBef>
              <a:spcAft>
                <a:spcPts val="0"/>
              </a:spcAft>
              <a:buSzPts val="1565"/>
              <a:buFont typeface="Cambria"/>
              <a:buChar char="◼"/>
            </a:pPr>
            <a:r>
              <a:rPr lang="es-ES" sz="1564">
                <a:latin typeface="Cambria"/>
                <a:ea typeface="Cambria"/>
                <a:cs typeface="Cambria"/>
                <a:sym typeface="Cambria"/>
              </a:rPr>
              <a:t>Se debe asignar un nombre al proyecto y asignarle un directorio donde se va a guardar el mismo, y solo queda dar clic en crear</a:t>
            </a:r>
            <a:endParaRPr sz="1564">
              <a:latin typeface="Cambria"/>
              <a:ea typeface="Cambria"/>
              <a:cs typeface="Cambria"/>
              <a:sym typeface="Cambria"/>
            </a:endParaRPr>
          </a:p>
          <a:p>
            <a:pPr indent="-327914" lvl="0" marL="457200" marR="0" rtl="0" algn="l">
              <a:lnSpc>
                <a:spcPct val="115000"/>
              </a:lnSpc>
              <a:spcBef>
                <a:spcPts val="0"/>
              </a:spcBef>
              <a:spcAft>
                <a:spcPts val="0"/>
              </a:spcAft>
              <a:buSzPts val="1564"/>
              <a:buFont typeface="Cambria"/>
              <a:buChar char="◼"/>
            </a:pPr>
            <a:r>
              <a:rPr lang="es-ES" sz="1564">
                <a:latin typeface="Cambria"/>
                <a:ea typeface="Cambria"/>
                <a:cs typeface="Cambria"/>
                <a:sym typeface="Cambria"/>
              </a:rPr>
              <a:t>Con la solución en blanco vamos a ir agregando los diferentes proyectos necesarios para todos los tipos de clientes, primero se debe agregar un nuevo proyecto. </a:t>
            </a:r>
            <a:endParaRPr sz="1564">
              <a:latin typeface="Cambria"/>
              <a:ea typeface="Cambria"/>
              <a:cs typeface="Cambria"/>
              <a:sym typeface="Cambria"/>
            </a:endParaRPr>
          </a:p>
        </p:txBody>
      </p:sp>
      <p:pic>
        <p:nvPicPr>
          <p:cNvPr id="388" name="Google Shape;388;p48"/>
          <p:cNvPicPr preferRelativeResize="0"/>
          <p:nvPr/>
        </p:nvPicPr>
        <p:blipFill>
          <a:blip r:embed="rId3">
            <a:alphaModFix/>
          </a:blip>
          <a:stretch>
            <a:fillRect/>
          </a:stretch>
        </p:blipFill>
        <p:spPr>
          <a:xfrm>
            <a:off x="226825" y="3803100"/>
            <a:ext cx="4002875" cy="2581000"/>
          </a:xfrm>
          <a:prstGeom prst="rect">
            <a:avLst/>
          </a:prstGeom>
          <a:noFill/>
          <a:ln>
            <a:noFill/>
          </a:ln>
        </p:spPr>
      </p:pic>
      <p:pic>
        <p:nvPicPr>
          <p:cNvPr id="389" name="Google Shape;389;p48"/>
          <p:cNvPicPr preferRelativeResize="0"/>
          <p:nvPr/>
        </p:nvPicPr>
        <p:blipFill>
          <a:blip r:embed="rId4">
            <a:alphaModFix/>
          </a:blip>
          <a:stretch>
            <a:fillRect/>
          </a:stretch>
        </p:blipFill>
        <p:spPr>
          <a:xfrm>
            <a:off x="4423175" y="4002275"/>
            <a:ext cx="4747325" cy="1894079"/>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3" name="Shape 393"/>
        <p:cNvGrpSpPr/>
        <p:nvPr/>
      </p:nvGrpSpPr>
      <p:grpSpPr>
        <a:xfrm>
          <a:off x="0" y="0"/>
          <a:ext cx="0" cy="0"/>
          <a:chOff x="0" y="0"/>
          <a:chExt cx="0" cy="0"/>
        </a:xfrm>
      </p:grpSpPr>
      <p:sp>
        <p:nvSpPr>
          <p:cNvPr id="394" name="Google Shape;394;p49"/>
          <p:cNvSpPr txBox="1"/>
          <p:nvPr>
            <p:ph type="title"/>
          </p:nvPr>
        </p:nvSpPr>
        <p:spPr>
          <a:xfrm>
            <a:off x="514217" y="68780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395" name="Google Shape;395;p49"/>
          <p:cNvSpPr/>
          <p:nvPr/>
        </p:nvSpPr>
        <p:spPr>
          <a:xfrm>
            <a:off x="9316722" y="-3"/>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400"/>
              <a:buFont typeface="Arial"/>
              <a:buNone/>
            </a:pPr>
            <a:r>
              <a:t/>
            </a:r>
            <a:endParaRPr/>
          </a:p>
          <a:p>
            <a:pPr indent="-306000" lvl="0" marL="3060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DESARROLLO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SERVIDOR RESTful</a:t>
            </a:r>
            <a:endParaRPr>
              <a:solidFill>
                <a:schemeClr val="lt1"/>
              </a:solidFill>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12096" lvl="1" marL="763200" rtl="0" algn="l">
              <a:spcBef>
                <a:spcPts val="840"/>
              </a:spcBef>
              <a:spcAft>
                <a:spcPts val="0"/>
              </a:spcAft>
              <a:buClr>
                <a:srgbClr val="FFFF00"/>
              </a:buClr>
              <a:buSzPts val="1200"/>
              <a:buFont typeface="Gill Sans"/>
              <a:buChar char="◼"/>
            </a:pPr>
            <a:r>
              <a:rPr b="1" lang="es-ES" sz="1200">
                <a:solidFill>
                  <a:srgbClr val="FFFF00"/>
                </a:solidFill>
                <a:latin typeface="Gill Sans"/>
                <a:ea typeface="Gill Sans"/>
                <a:cs typeface="Gill Sans"/>
                <a:sym typeface="Gill Sans"/>
              </a:rPr>
              <a:t>CREACIÓN DEL PROYECTO MAUI</a:t>
            </a:r>
            <a:endParaRPr b="1" sz="1200">
              <a:solidFill>
                <a:srgbClr val="FFFF00"/>
              </a:solidFill>
              <a:latin typeface="Gill Sans"/>
              <a:ea typeface="Gill Sans"/>
              <a:cs typeface="Gill Sans"/>
              <a:sym typeface="Gill Sans"/>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MOVIL</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CONCLUSIONES</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RECOMENDACIONES</a:t>
            </a:r>
            <a:endParaRPr/>
          </a:p>
          <a:p>
            <a:pPr indent="0" lvl="0" marL="457200" rtl="0" algn="l">
              <a:spcBef>
                <a:spcPts val="840"/>
              </a:spcBef>
              <a:spcAft>
                <a:spcPts val="0"/>
              </a:spcAft>
              <a:buClr>
                <a:srgbClr val="000000"/>
              </a:buClr>
              <a:buSzPts val="1400"/>
              <a:buFont typeface="Arial"/>
              <a:buNone/>
            </a:pPr>
            <a:r>
              <a:t/>
            </a:r>
            <a:endParaRPr/>
          </a:p>
          <a:p>
            <a:pPr indent="0" lvl="0" marL="457200" rtl="0" algn="l">
              <a:spcBef>
                <a:spcPts val="840"/>
              </a:spcBef>
              <a:spcAft>
                <a:spcPts val="0"/>
              </a:spcAft>
              <a:buClr>
                <a:srgbClr val="000000"/>
              </a:buClr>
              <a:buSzPts val="1400"/>
              <a:buFont typeface="Arial"/>
              <a:buNone/>
            </a:pPr>
            <a:r>
              <a:t/>
            </a:r>
            <a:endParaRPr/>
          </a:p>
          <a:p>
            <a:pPr indent="0" lvl="0" marL="457200" marR="0" rtl="0" algn="l">
              <a:lnSpc>
                <a:spcPct val="100000"/>
              </a:lnSpc>
              <a:spcBef>
                <a:spcPts val="840"/>
              </a:spcBef>
              <a:spcAft>
                <a:spcPts val="0"/>
              </a:spcAft>
              <a:buClr>
                <a:srgbClr val="000000"/>
              </a:buClr>
              <a:buSzPts val="1400"/>
              <a:buFont typeface="Arial"/>
              <a:buNone/>
            </a:pPr>
            <a:r>
              <a:t/>
            </a:r>
            <a:endParaRPr/>
          </a:p>
        </p:txBody>
      </p:sp>
      <p:pic>
        <p:nvPicPr>
          <p:cNvPr id="396" name="Google Shape;396;p49"/>
          <p:cNvPicPr preferRelativeResize="0"/>
          <p:nvPr/>
        </p:nvPicPr>
        <p:blipFill>
          <a:blip r:embed="rId3">
            <a:alphaModFix/>
          </a:blip>
          <a:stretch>
            <a:fillRect/>
          </a:stretch>
        </p:blipFill>
        <p:spPr>
          <a:xfrm>
            <a:off x="66975" y="3452938"/>
            <a:ext cx="4507325" cy="2874750"/>
          </a:xfrm>
          <a:prstGeom prst="rect">
            <a:avLst/>
          </a:prstGeom>
          <a:noFill/>
          <a:ln>
            <a:noFill/>
          </a:ln>
        </p:spPr>
      </p:pic>
      <p:pic>
        <p:nvPicPr>
          <p:cNvPr id="397" name="Google Shape;397;p49"/>
          <p:cNvPicPr preferRelativeResize="0"/>
          <p:nvPr/>
        </p:nvPicPr>
        <p:blipFill>
          <a:blip r:embed="rId4">
            <a:alphaModFix/>
          </a:blip>
          <a:stretch>
            <a:fillRect/>
          </a:stretch>
        </p:blipFill>
        <p:spPr>
          <a:xfrm>
            <a:off x="4772900" y="3452950"/>
            <a:ext cx="4460247" cy="2874725"/>
          </a:xfrm>
          <a:prstGeom prst="rect">
            <a:avLst/>
          </a:prstGeom>
          <a:noFill/>
          <a:ln>
            <a:noFill/>
          </a:ln>
        </p:spPr>
      </p:pic>
      <p:sp>
        <p:nvSpPr>
          <p:cNvPr id="398" name="Google Shape;398;p49"/>
          <p:cNvSpPr txBox="1"/>
          <p:nvPr>
            <p:ph idx="1" type="body"/>
          </p:nvPr>
        </p:nvSpPr>
        <p:spPr>
          <a:xfrm>
            <a:off x="514225" y="1888629"/>
            <a:ext cx="8589300" cy="1170900"/>
          </a:xfrm>
          <a:prstGeom prst="rect">
            <a:avLst/>
          </a:prstGeom>
          <a:noFill/>
          <a:ln>
            <a:noFill/>
          </a:ln>
        </p:spPr>
        <p:txBody>
          <a:bodyPr anchorCtr="0" anchor="ctr" bIns="45700" lIns="91425" spcFirstLastPara="1" rIns="91425" wrap="square" tIns="45700">
            <a:normAutofit/>
          </a:bodyPr>
          <a:lstStyle/>
          <a:p>
            <a:pPr indent="-327914" lvl="0" marL="457200" marR="0" rtl="0" algn="l">
              <a:lnSpc>
                <a:spcPct val="115000"/>
              </a:lnSpc>
              <a:spcBef>
                <a:spcPts val="0"/>
              </a:spcBef>
              <a:spcAft>
                <a:spcPts val="0"/>
              </a:spcAft>
              <a:buSzPts val="1564"/>
              <a:buFont typeface="Cambria"/>
              <a:buChar char="◼"/>
            </a:pPr>
            <a:r>
              <a:rPr lang="es-ES" sz="1564">
                <a:latin typeface="Cambria"/>
                <a:ea typeface="Cambria"/>
                <a:cs typeface="Cambria"/>
                <a:sym typeface="Cambria"/>
              </a:rPr>
              <a:t>Pero para este caso en la plantilla se debe seleccionar Aplicación web de Blazor </a:t>
            </a:r>
            <a:endParaRPr sz="1564">
              <a:latin typeface="Cambria"/>
              <a:ea typeface="Cambria"/>
              <a:cs typeface="Cambria"/>
              <a:sym typeface="Cambria"/>
            </a:endParaRPr>
          </a:p>
          <a:p>
            <a:pPr indent="-327914" lvl="0" marL="457200" marR="0" rtl="0" algn="l">
              <a:lnSpc>
                <a:spcPct val="115000"/>
              </a:lnSpc>
              <a:spcBef>
                <a:spcPts val="0"/>
              </a:spcBef>
              <a:spcAft>
                <a:spcPts val="0"/>
              </a:spcAft>
              <a:buSzPts val="1564"/>
              <a:buFont typeface="Cambria"/>
              <a:buChar char="◼"/>
            </a:pPr>
            <a:r>
              <a:rPr lang="es-ES" sz="1564">
                <a:latin typeface="Cambria"/>
                <a:ea typeface="Cambria"/>
                <a:cs typeface="Cambria"/>
                <a:sym typeface="Cambria"/>
              </a:rPr>
              <a:t>A fin de poder identificar el proyecto este terminara con .web y su ubicacion sera en el directorio correspondiente a ese cliente</a:t>
            </a:r>
            <a:endParaRPr sz="1564">
              <a:latin typeface="Cambria"/>
              <a:ea typeface="Cambria"/>
              <a:cs typeface="Cambria"/>
              <a:sym typeface="Cambria"/>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p50"/>
          <p:cNvSpPr txBox="1"/>
          <p:nvPr>
            <p:ph type="title"/>
          </p:nvPr>
        </p:nvSpPr>
        <p:spPr>
          <a:xfrm>
            <a:off x="514217" y="68780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404" name="Google Shape;404;p50"/>
          <p:cNvSpPr/>
          <p:nvPr/>
        </p:nvSpPr>
        <p:spPr>
          <a:xfrm>
            <a:off x="9316722" y="-3"/>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400"/>
              <a:buFont typeface="Arial"/>
              <a:buNone/>
            </a:pPr>
            <a:r>
              <a:t/>
            </a:r>
            <a:endParaRPr/>
          </a:p>
          <a:p>
            <a:pPr indent="-306000" lvl="0" marL="3060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DESARROLLO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SERVIDOR RESTful</a:t>
            </a:r>
            <a:endParaRPr>
              <a:solidFill>
                <a:schemeClr val="lt1"/>
              </a:solidFill>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12096" lvl="1" marL="763200" rtl="0" algn="l">
              <a:spcBef>
                <a:spcPts val="840"/>
              </a:spcBef>
              <a:spcAft>
                <a:spcPts val="0"/>
              </a:spcAft>
              <a:buClr>
                <a:srgbClr val="FFFF00"/>
              </a:buClr>
              <a:buSzPts val="1200"/>
              <a:buFont typeface="Gill Sans"/>
              <a:buChar char="◼"/>
            </a:pPr>
            <a:r>
              <a:rPr b="1" lang="es-ES" sz="1200">
                <a:solidFill>
                  <a:srgbClr val="FFFF00"/>
                </a:solidFill>
                <a:latin typeface="Gill Sans"/>
                <a:ea typeface="Gill Sans"/>
                <a:cs typeface="Gill Sans"/>
                <a:sym typeface="Gill Sans"/>
              </a:rPr>
              <a:t>CREACIÓN DEL PROYECTO MAUI</a:t>
            </a:r>
            <a:endParaRPr b="1" sz="1200">
              <a:solidFill>
                <a:srgbClr val="FFFF00"/>
              </a:solidFill>
              <a:latin typeface="Gill Sans"/>
              <a:ea typeface="Gill Sans"/>
              <a:cs typeface="Gill Sans"/>
              <a:sym typeface="Gill Sans"/>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MOVIL</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CONCLUSIONES</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RECOMENDACIONES</a:t>
            </a:r>
            <a:endParaRPr/>
          </a:p>
          <a:p>
            <a:pPr indent="0" lvl="0" marL="457200" rtl="0" algn="l">
              <a:spcBef>
                <a:spcPts val="840"/>
              </a:spcBef>
              <a:spcAft>
                <a:spcPts val="0"/>
              </a:spcAft>
              <a:buClr>
                <a:srgbClr val="000000"/>
              </a:buClr>
              <a:buSzPts val="1400"/>
              <a:buFont typeface="Arial"/>
              <a:buNone/>
            </a:pPr>
            <a:r>
              <a:t/>
            </a:r>
            <a:endParaRPr/>
          </a:p>
          <a:p>
            <a:pPr indent="0" lvl="0" marL="457200" rtl="0" algn="l">
              <a:spcBef>
                <a:spcPts val="840"/>
              </a:spcBef>
              <a:spcAft>
                <a:spcPts val="0"/>
              </a:spcAft>
              <a:buClr>
                <a:srgbClr val="000000"/>
              </a:buClr>
              <a:buSzPts val="1400"/>
              <a:buFont typeface="Arial"/>
              <a:buNone/>
            </a:pPr>
            <a:r>
              <a:t/>
            </a:r>
            <a:endParaRPr/>
          </a:p>
          <a:p>
            <a:pPr indent="0" lvl="0" marL="457200" marR="0" rtl="0" algn="l">
              <a:lnSpc>
                <a:spcPct val="100000"/>
              </a:lnSpc>
              <a:spcBef>
                <a:spcPts val="840"/>
              </a:spcBef>
              <a:spcAft>
                <a:spcPts val="0"/>
              </a:spcAft>
              <a:buClr>
                <a:srgbClr val="000000"/>
              </a:buClr>
              <a:buSzPts val="1400"/>
              <a:buFont typeface="Arial"/>
              <a:buNone/>
            </a:pPr>
            <a:r>
              <a:t/>
            </a:r>
            <a:endParaRPr/>
          </a:p>
        </p:txBody>
      </p:sp>
      <p:sp>
        <p:nvSpPr>
          <p:cNvPr id="405" name="Google Shape;405;p50"/>
          <p:cNvSpPr txBox="1"/>
          <p:nvPr>
            <p:ph idx="1" type="body"/>
          </p:nvPr>
        </p:nvSpPr>
        <p:spPr>
          <a:xfrm>
            <a:off x="514225" y="1888629"/>
            <a:ext cx="8589300" cy="1170900"/>
          </a:xfrm>
          <a:prstGeom prst="rect">
            <a:avLst/>
          </a:prstGeom>
          <a:noFill/>
          <a:ln>
            <a:noFill/>
          </a:ln>
        </p:spPr>
        <p:txBody>
          <a:bodyPr anchorCtr="0" anchor="ctr" bIns="45700" lIns="91425" spcFirstLastPara="1" rIns="91425" wrap="square" tIns="45700">
            <a:normAutofit/>
          </a:bodyPr>
          <a:lstStyle/>
          <a:p>
            <a:pPr indent="-327914" lvl="0" marL="457200" marR="0" rtl="0" algn="l">
              <a:lnSpc>
                <a:spcPct val="115000"/>
              </a:lnSpc>
              <a:spcBef>
                <a:spcPts val="0"/>
              </a:spcBef>
              <a:spcAft>
                <a:spcPts val="0"/>
              </a:spcAft>
              <a:buSzPts val="1564"/>
              <a:buFont typeface="Cambria"/>
              <a:buChar char="◼"/>
            </a:pPr>
            <a:r>
              <a:rPr lang="es-ES" sz="1564">
                <a:latin typeface="Cambria"/>
                <a:ea typeface="Cambria"/>
                <a:cs typeface="Cambria"/>
                <a:sym typeface="Cambria"/>
              </a:rPr>
              <a:t>De igual manera se usara .Net 10.0 como versión del framework, este proyecto generar 2 el .web que definimos y no .web.client.</a:t>
            </a:r>
            <a:endParaRPr sz="1564">
              <a:latin typeface="Cambria"/>
              <a:ea typeface="Cambria"/>
              <a:cs typeface="Cambria"/>
              <a:sym typeface="Cambria"/>
            </a:endParaRPr>
          </a:p>
          <a:p>
            <a:pPr indent="-327914" lvl="0" marL="457200" marR="0" rtl="0" algn="l">
              <a:lnSpc>
                <a:spcPct val="115000"/>
              </a:lnSpc>
              <a:spcBef>
                <a:spcPts val="0"/>
              </a:spcBef>
              <a:spcAft>
                <a:spcPts val="0"/>
              </a:spcAft>
              <a:buSzPts val="1564"/>
              <a:buFont typeface="Cambria"/>
              <a:buChar char="◼"/>
            </a:pPr>
            <a:r>
              <a:rPr lang="es-ES" sz="1564">
                <a:latin typeface="Cambria"/>
                <a:ea typeface="Cambria"/>
                <a:cs typeface="Cambria"/>
                <a:sym typeface="Cambria"/>
              </a:rPr>
              <a:t>Para el caso de clientes mobile y desktop se va a crear un proyecto afín para estas plataformas, por lo que una vez más es necesario agregar un nuevo proyecto.</a:t>
            </a:r>
            <a:endParaRPr sz="1564">
              <a:latin typeface="Cambria"/>
              <a:ea typeface="Cambria"/>
              <a:cs typeface="Cambria"/>
              <a:sym typeface="Cambria"/>
            </a:endParaRPr>
          </a:p>
        </p:txBody>
      </p:sp>
      <p:pic>
        <p:nvPicPr>
          <p:cNvPr id="406" name="Google Shape;406;p50"/>
          <p:cNvPicPr preferRelativeResize="0"/>
          <p:nvPr/>
        </p:nvPicPr>
        <p:blipFill>
          <a:blip r:embed="rId3">
            <a:alphaModFix/>
          </a:blip>
          <a:stretch>
            <a:fillRect/>
          </a:stretch>
        </p:blipFill>
        <p:spPr>
          <a:xfrm>
            <a:off x="256575" y="3246650"/>
            <a:ext cx="3705225" cy="3581400"/>
          </a:xfrm>
          <a:prstGeom prst="rect">
            <a:avLst/>
          </a:prstGeom>
          <a:noFill/>
          <a:ln>
            <a:noFill/>
          </a:ln>
        </p:spPr>
      </p:pic>
      <p:pic>
        <p:nvPicPr>
          <p:cNvPr id="407" name="Google Shape;407;p50"/>
          <p:cNvPicPr preferRelativeResize="0"/>
          <p:nvPr/>
        </p:nvPicPr>
        <p:blipFill>
          <a:blip r:embed="rId4">
            <a:alphaModFix/>
          </a:blip>
          <a:stretch>
            <a:fillRect/>
          </a:stretch>
        </p:blipFill>
        <p:spPr>
          <a:xfrm>
            <a:off x="4326425" y="3793250"/>
            <a:ext cx="4625675" cy="1845550"/>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1" name="Shape 411"/>
        <p:cNvGrpSpPr/>
        <p:nvPr/>
      </p:nvGrpSpPr>
      <p:grpSpPr>
        <a:xfrm>
          <a:off x="0" y="0"/>
          <a:ext cx="0" cy="0"/>
          <a:chOff x="0" y="0"/>
          <a:chExt cx="0" cy="0"/>
        </a:xfrm>
      </p:grpSpPr>
      <p:sp>
        <p:nvSpPr>
          <p:cNvPr id="412" name="Google Shape;412;p51"/>
          <p:cNvSpPr txBox="1"/>
          <p:nvPr>
            <p:ph type="title"/>
          </p:nvPr>
        </p:nvSpPr>
        <p:spPr>
          <a:xfrm>
            <a:off x="514217" y="68780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413" name="Google Shape;413;p51"/>
          <p:cNvSpPr/>
          <p:nvPr/>
        </p:nvSpPr>
        <p:spPr>
          <a:xfrm>
            <a:off x="9316722" y="-3"/>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400"/>
              <a:buFont typeface="Arial"/>
              <a:buNone/>
            </a:pPr>
            <a:r>
              <a:t/>
            </a:r>
            <a:endParaRPr/>
          </a:p>
          <a:p>
            <a:pPr indent="-306000" lvl="0" marL="3060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DESARROLLO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SERVIDOR RESTful</a:t>
            </a:r>
            <a:endParaRPr>
              <a:solidFill>
                <a:schemeClr val="lt1"/>
              </a:solidFill>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12096" lvl="1" marL="763200" rtl="0" algn="l">
              <a:spcBef>
                <a:spcPts val="840"/>
              </a:spcBef>
              <a:spcAft>
                <a:spcPts val="0"/>
              </a:spcAft>
              <a:buClr>
                <a:srgbClr val="FFFF00"/>
              </a:buClr>
              <a:buSzPts val="1200"/>
              <a:buFont typeface="Gill Sans"/>
              <a:buChar char="◼"/>
            </a:pPr>
            <a:r>
              <a:rPr b="1" lang="es-ES" sz="1200">
                <a:solidFill>
                  <a:srgbClr val="FFFF00"/>
                </a:solidFill>
                <a:latin typeface="Gill Sans"/>
                <a:ea typeface="Gill Sans"/>
                <a:cs typeface="Gill Sans"/>
                <a:sym typeface="Gill Sans"/>
              </a:rPr>
              <a:t>CREACIÓN DEL PROYECTO MAUI</a:t>
            </a:r>
            <a:endParaRPr b="1" sz="1200">
              <a:solidFill>
                <a:srgbClr val="FFFF00"/>
              </a:solidFill>
              <a:latin typeface="Gill Sans"/>
              <a:ea typeface="Gill Sans"/>
              <a:cs typeface="Gill Sans"/>
              <a:sym typeface="Gill Sans"/>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MOVIL</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CONCLUSIONES</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RECOMENDACIONES</a:t>
            </a:r>
            <a:endParaRPr/>
          </a:p>
          <a:p>
            <a:pPr indent="0" lvl="0" marL="457200" rtl="0" algn="l">
              <a:spcBef>
                <a:spcPts val="840"/>
              </a:spcBef>
              <a:spcAft>
                <a:spcPts val="0"/>
              </a:spcAft>
              <a:buClr>
                <a:srgbClr val="000000"/>
              </a:buClr>
              <a:buSzPts val="1400"/>
              <a:buFont typeface="Arial"/>
              <a:buNone/>
            </a:pPr>
            <a:r>
              <a:t/>
            </a:r>
            <a:endParaRPr/>
          </a:p>
          <a:p>
            <a:pPr indent="0" lvl="0" marL="457200" rtl="0" algn="l">
              <a:spcBef>
                <a:spcPts val="840"/>
              </a:spcBef>
              <a:spcAft>
                <a:spcPts val="0"/>
              </a:spcAft>
              <a:buClr>
                <a:srgbClr val="000000"/>
              </a:buClr>
              <a:buSzPts val="1400"/>
              <a:buFont typeface="Arial"/>
              <a:buNone/>
            </a:pPr>
            <a:r>
              <a:t/>
            </a:r>
            <a:endParaRPr/>
          </a:p>
          <a:p>
            <a:pPr indent="0" lvl="0" marL="457200" marR="0" rtl="0" algn="l">
              <a:lnSpc>
                <a:spcPct val="100000"/>
              </a:lnSpc>
              <a:spcBef>
                <a:spcPts val="840"/>
              </a:spcBef>
              <a:spcAft>
                <a:spcPts val="0"/>
              </a:spcAft>
              <a:buClr>
                <a:srgbClr val="000000"/>
              </a:buClr>
              <a:buSzPts val="1400"/>
              <a:buFont typeface="Arial"/>
              <a:buNone/>
            </a:pPr>
            <a:r>
              <a:t/>
            </a:r>
            <a:endParaRPr/>
          </a:p>
        </p:txBody>
      </p:sp>
      <p:sp>
        <p:nvSpPr>
          <p:cNvPr id="414" name="Google Shape;414;p51"/>
          <p:cNvSpPr txBox="1"/>
          <p:nvPr>
            <p:ph idx="1" type="body"/>
          </p:nvPr>
        </p:nvSpPr>
        <p:spPr>
          <a:xfrm>
            <a:off x="514225" y="1888629"/>
            <a:ext cx="8589300" cy="1170900"/>
          </a:xfrm>
          <a:prstGeom prst="rect">
            <a:avLst/>
          </a:prstGeom>
          <a:noFill/>
          <a:ln>
            <a:noFill/>
          </a:ln>
        </p:spPr>
        <p:txBody>
          <a:bodyPr anchorCtr="0" anchor="ctr" bIns="45700" lIns="91425" spcFirstLastPara="1" rIns="91425" wrap="square" tIns="45700">
            <a:normAutofit/>
          </a:bodyPr>
          <a:lstStyle/>
          <a:p>
            <a:pPr indent="-327914" lvl="0" marL="457200" marR="0" rtl="0" algn="l">
              <a:lnSpc>
                <a:spcPct val="115000"/>
              </a:lnSpc>
              <a:spcBef>
                <a:spcPts val="0"/>
              </a:spcBef>
              <a:spcAft>
                <a:spcPts val="0"/>
              </a:spcAft>
              <a:buSzPts val="1564"/>
              <a:buFont typeface="Cambria"/>
              <a:buChar char="◼"/>
            </a:pPr>
            <a:r>
              <a:rPr lang="es-ES" sz="1564">
                <a:latin typeface="Cambria"/>
                <a:ea typeface="Cambria"/>
                <a:cs typeface="Cambria"/>
                <a:sym typeface="Cambria"/>
              </a:rPr>
              <a:t>la plantilla para este caso es la de aplicación de .NET MAUI Blazor Hybrid la cual permite fusionar la plataforma desktop y mobile.</a:t>
            </a:r>
            <a:endParaRPr sz="1564">
              <a:latin typeface="Cambria"/>
              <a:ea typeface="Cambria"/>
              <a:cs typeface="Cambria"/>
              <a:sym typeface="Cambria"/>
            </a:endParaRPr>
          </a:p>
          <a:p>
            <a:pPr indent="-327914" lvl="0" marL="457200" marR="0" rtl="0" algn="l">
              <a:lnSpc>
                <a:spcPct val="115000"/>
              </a:lnSpc>
              <a:spcBef>
                <a:spcPts val="0"/>
              </a:spcBef>
              <a:spcAft>
                <a:spcPts val="0"/>
              </a:spcAft>
              <a:buSzPts val="1564"/>
              <a:buFont typeface="Cambria"/>
              <a:buChar char="◼"/>
            </a:pPr>
            <a:r>
              <a:rPr lang="es-ES" sz="1564">
                <a:latin typeface="Cambria"/>
                <a:ea typeface="Cambria"/>
                <a:cs typeface="Cambria"/>
                <a:sym typeface="Cambria"/>
              </a:rPr>
              <a:t>A esta plantilla colocaremos un nombre que finalice .Maui</a:t>
            </a:r>
            <a:endParaRPr sz="1564">
              <a:latin typeface="Cambria"/>
              <a:ea typeface="Cambria"/>
              <a:cs typeface="Cambria"/>
              <a:sym typeface="Cambria"/>
            </a:endParaRPr>
          </a:p>
        </p:txBody>
      </p:sp>
      <p:pic>
        <p:nvPicPr>
          <p:cNvPr id="415" name="Google Shape;415;p51"/>
          <p:cNvPicPr preferRelativeResize="0"/>
          <p:nvPr/>
        </p:nvPicPr>
        <p:blipFill>
          <a:blip r:embed="rId3">
            <a:alphaModFix/>
          </a:blip>
          <a:stretch>
            <a:fillRect/>
          </a:stretch>
        </p:blipFill>
        <p:spPr>
          <a:xfrm>
            <a:off x="107750" y="3471275"/>
            <a:ext cx="4476750" cy="2895600"/>
          </a:xfrm>
          <a:prstGeom prst="rect">
            <a:avLst/>
          </a:prstGeom>
          <a:noFill/>
          <a:ln>
            <a:noFill/>
          </a:ln>
        </p:spPr>
      </p:pic>
      <p:pic>
        <p:nvPicPr>
          <p:cNvPr id="416" name="Google Shape;416;p51"/>
          <p:cNvPicPr preferRelativeResize="0"/>
          <p:nvPr/>
        </p:nvPicPr>
        <p:blipFill>
          <a:blip r:embed="rId4">
            <a:alphaModFix/>
          </a:blip>
          <a:stretch>
            <a:fillRect/>
          </a:stretch>
        </p:blipFill>
        <p:spPr>
          <a:xfrm>
            <a:off x="4823813" y="3471275"/>
            <a:ext cx="4253601" cy="2705350"/>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0" name="Shape 420"/>
        <p:cNvGrpSpPr/>
        <p:nvPr/>
      </p:nvGrpSpPr>
      <p:grpSpPr>
        <a:xfrm>
          <a:off x="0" y="0"/>
          <a:ext cx="0" cy="0"/>
          <a:chOff x="0" y="0"/>
          <a:chExt cx="0" cy="0"/>
        </a:xfrm>
      </p:grpSpPr>
      <p:sp>
        <p:nvSpPr>
          <p:cNvPr id="421" name="Google Shape;421;p52"/>
          <p:cNvSpPr txBox="1"/>
          <p:nvPr>
            <p:ph type="title"/>
          </p:nvPr>
        </p:nvSpPr>
        <p:spPr>
          <a:xfrm>
            <a:off x="514217" y="68780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422" name="Google Shape;422;p52"/>
          <p:cNvSpPr/>
          <p:nvPr/>
        </p:nvSpPr>
        <p:spPr>
          <a:xfrm>
            <a:off x="9316722" y="-3"/>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400"/>
              <a:buFont typeface="Arial"/>
              <a:buNone/>
            </a:pPr>
            <a:r>
              <a:t/>
            </a:r>
            <a:endParaRPr/>
          </a:p>
          <a:p>
            <a:pPr indent="-306000" lvl="0" marL="3060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DESARROLLO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SERVIDOR RESTful</a:t>
            </a:r>
            <a:endParaRPr>
              <a:solidFill>
                <a:schemeClr val="lt1"/>
              </a:solidFill>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12096" lvl="1" marL="763200" rtl="0" algn="l">
              <a:spcBef>
                <a:spcPts val="840"/>
              </a:spcBef>
              <a:spcAft>
                <a:spcPts val="0"/>
              </a:spcAft>
              <a:buClr>
                <a:srgbClr val="FFFF00"/>
              </a:buClr>
              <a:buSzPts val="1200"/>
              <a:buFont typeface="Gill Sans"/>
              <a:buChar char="◼"/>
            </a:pPr>
            <a:r>
              <a:rPr b="1" lang="es-ES" sz="1200">
                <a:solidFill>
                  <a:srgbClr val="FFFF00"/>
                </a:solidFill>
                <a:latin typeface="Gill Sans"/>
                <a:ea typeface="Gill Sans"/>
                <a:cs typeface="Gill Sans"/>
                <a:sym typeface="Gill Sans"/>
              </a:rPr>
              <a:t>CREACIÓN DEL PROYECTO MAUI</a:t>
            </a:r>
            <a:endParaRPr b="1" sz="1200">
              <a:solidFill>
                <a:srgbClr val="FFFF00"/>
              </a:solidFill>
              <a:latin typeface="Gill Sans"/>
              <a:ea typeface="Gill Sans"/>
              <a:cs typeface="Gill Sans"/>
              <a:sym typeface="Gill Sans"/>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MOVIL</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CONCLUSIONES</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RECOMENDACIONES</a:t>
            </a:r>
            <a:endParaRPr/>
          </a:p>
          <a:p>
            <a:pPr indent="0" lvl="0" marL="457200" rtl="0" algn="l">
              <a:spcBef>
                <a:spcPts val="840"/>
              </a:spcBef>
              <a:spcAft>
                <a:spcPts val="0"/>
              </a:spcAft>
              <a:buClr>
                <a:srgbClr val="000000"/>
              </a:buClr>
              <a:buSzPts val="1400"/>
              <a:buFont typeface="Arial"/>
              <a:buNone/>
            </a:pPr>
            <a:r>
              <a:t/>
            </a:r>
            <a:endParaRPr/>
          </a:p>
          <a:p>
            <a:pPr indent="0" lvl="0" marL="457200" rtl="0" algn="l">
              <a:spcBef>
                <a:spcPts val="840"/>
              </a:spcBef>
              <a:spcAft>
                <a:spcPts val="0"/>
              </a:spcAft>
              <a:buClr>
                <a:srgbClr val="000000"/>
              </a:buClr>
              <a:buSzPts val="1400"/>
              <a:buFont typeface="Arial"/>
              <a:buNone/>
            </a:pPr>
            <a:r>
              <a:t/>
            </a:r>
            <a:endParaRPr/>
          </a:p>
          <a:p>
            <a:pPr indent="0" lvl="0" marL="457200" marR="0" rtl="0" algn="l">
              <a:lnSpc>
                <a:spcPct val="100000"/>
              </a:lnSpc>
              <a:spcBef>
                <a:spcPts val="840"/>
              </a:spcBef>
              <a:spcAft>
                <a:spcPts val="0"/>
              </a:spcAft>
              <a:buClr>
                <a:srgbClr val="000000"/>
              </a:buClr>
              <a:buSzPts val="1400"/>
              <a:buFont typeface="Arial"/>
              <a:buNone/>
            </a:pPr>
            <a:r>
              <a:t/>
            </a:r>
            <a:endParaRPr/>
          </a:p>
        </p:txBody>
      </p:sp>
      <p:sp>
        <p:nvSpPr>
          <p:cNvPr id="423" name="Google Shape;423;p52"/>
          <p:cNvSpPr txBox="1"/>
          <p:nvPr>
            <p:ph idx="1" type="body"/>
          </p:nvPr>
        </p:nvSpPr>
        <p:spPr>
          <a:xfrm>
            <a:off x="514225" y="1888629"/>
            <a:ext cx="8589300" cy="1170900"/>
          </a:xfrm>
          <a:prstGeom prst="rect">
            <a:avLst/>
          </a:prstGeom>
          <a:noFill/>
          <a:ln>
            <a:noFill/>
          </a:ln>
        </p:spPr>
        <p:txBody>
          <a:bodyPr anchorCtr="0" anchor="ctr" bIns="45700" lIns="91425" spcFirstLastPara="1" rIns="91425" wrap="square" tIns="45700">
            <a:normAutofit/>
          </a:bodyPr>
          <a:lstStyle/>
          <a:p>
            <a:pPr indent="-327914" lvl="0" marL="457200" marR="0" rtl="0" algn="l">
              <a:lnSpc>
                <a:spcPct val="115000"/>
              </a:lnSpc>
              <a:spcBef>
                <a:spcPts val="0"/>
              </a:spcBef>
              <a:spcAft>
                <a:spcPts val="0"/>
              </a:spcAft>
              <a:buSzPts val="1564"/>
              <a:buFont typeface="Cambria"/>
              <a:buChar char="◼"/>
            </a:pPr>
            <a:r>
              <a:rPr lang="es-ES" sz="1564">
                <a:latin typeface="Cambria"/>
                <a:ea typeface="Cambria"/>
                <a:cs typeface="Cambria"/>
                <a:sym typeface="Cambria"/>
              </a:rPr>
              <a:t>Se debe referenciar el proyecto central a los proyectos que se acaban de crear esto tanto para el proyecto web como para que es para desktop y mobile.</a:t>
            </a:r>
            <a:endParaRPr sz="1564">
              <a:latin typeface="Cambria"/>
              <a:ea typeface="Cambria"/>
              <a:cs typeface="Cambria"/>
              <a:sym typeface="Cambria"/>
            </a:endParaRPr>
          </a:p>
          <a:p>
            <a:pPr indent="-327914" lvl="0" marL="457200" marR="0" rtl="0" algn="l">
              <a:lnSpc>
                <a:spcPct val="115000"/>
              </a:lnSpc>
              <a:spcBef>
                <a:spcPts val="0"/>
              </a:spcBef>
              <a:spcAft>
                <a:spcPts val="0"/>
              </a:spcAft>
              <a:buSzPts val="1564"/>
              <a:buFont typeface="Cambria"/>
              <a:buChar char="◼"/>
            </a:pPr>
            <a:r>
              <a:rPr lang="es-ES" sz="1564">
                <a:latin typeface="Cambria"/>
                <a:ea typeface="Cambria"/>
                <a:cs typeface="Cambria"/>
                <a:sym typeface="Cambria"/>
              </a:rPr>
              <a:t>Con esto se debe buscar el proyecto shared(proyecto central) para que los proyectos adyacentes sepan a donde apuntar</a:t>
            </a:r>
            <a:endParaRPr sz="1564">
              <a:latin typeface="Cambria"/>
              <a:ea typeface="Cambria"/>
              <a:cs typeface="Cambria"/>
              <a:sym typeface="Cambria"/>
            </a:endParaRPr>
          </a:p>
        </p:txBody>
      </p:sp>
      <p:pic>
        <p:nvPicPr>
          <p:cNvPr id="424" name="Google Shape;424;p52"/>
          <p:cNvPicPr preferRelativeResize="0"/>
          <p:nvPr/>
        </p:nvPicPr>
        <p:blipFill>
          <a:blip r:embed="rId3">
            <a:alphaModFix/>
          </a:blip>
          <a:stretch>
            <a:fillRect/>
          </a:stretch>
        </p:blipFill>
        <p:spPr>
          <a:xfrm>
            <a:off x="167300" y="3910850"/>
            <a:ext cx="4107051" cy="1826175"/>
          </a:xfrm>
          <a:prstGeom prst="rect">
            <a:avLst/>
          </a:prstGeom>
          <a:noFill/>
          <a:ln>
            <a:noFill/>
          </a:ln>
        </p:spPr>
      </p:pic>
      <p:pic>
        <p:nvPicPr>
          <p:cNvPr id="425" name="Google Shape;425;p52"/>
          <p:cNvPicPr preferRelativeResize="0"/>
          <p:nvPr/>
        </p:nvPicPr>
        <p:blipFill>
          <a:blip r:embed="rId4">
            <a:alphaModFix/>
          </a:blip>
          <a:stretch>
            <a:fillRect/>
          </a:stretch>
        </p:blipFill>
        <p:spPr>
          <a:xfrm>
            <a:off x="4429438" y="3317241"/>
            <a:ext cx="4732200" cy="3332985"/>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9" name="Shape 429"/>
        <p:cNvGrpSpPr/>
        <p:nvPr/>
      </p:nvGrpSpPr>
      <p:grpSpPr>
        <a:xfrm>
          <a:off x="0" y="0"/>
          <a:ext cx="0" cy="0"/>
          <a:chOff x="0" y="0"/>
          <a:chExt cx="0" cy="0"/>
        </a:xfrm>
      </p:grpSpPr>
      <p:sp>
        <p:nvSpPr>
          <p:cNvPr id="430" name="Google Shape;430;p53"/>
          <p:cNvSpPr txBox="1"/>
          <p:nvPr>
            <p:ph type="title"/>
          </p:nvPr>
        </p:nvSpPr>
        <p:spPr>
          <a:xfrm>
            <a:off x="514217" y="68780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431" name="Google Shape;431;p53"/>
          <p:cNvSpPr/>
          <p:nvPr/>
        </p:nvSpPr>
        <p:spPr>
          <a:xfrm>
            <a:off x="9316722" y="-3"/>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400"/>
              <a:buFont typeface="Arial"/>
              <a:buNone/>
            </a:pPr>
            <a:r>
              <a:t/>
            </a:r>
            <a:endParaRPr/>
          </a:p>
          <a:p>
            <a:pPr indent="-306000" lvl="0" marL="3060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DESARROLLO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SERVIDOR RESTful</a:t>
            </a:r>
            <a:endParaRPr>
              <a:solidFill>
                <a:schemeClr val="lt1"/>
              </a:solidFill>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12096" lvl="1" marL="763200" rtl="0" algn="l">
              <a:spcBef>
                <a:spcPts val="840"/>
              </a:spcBef>
              <a:spcAft>
                <a:spcPts val="0"/>
              </a:spcAft>
              <a:buClr>
                <a:srgbClr val="FFFF00"/>
              </a:buClr>
              <a:buSzPts val="1200"/>
              <a:buFont typeface="Gill Sans"/>
              <a:buChar char="◼"/>
            </a:pPr>
            <a:r>
              <a:rPr b="1" lang="es-ES" sz="1200">
                <a:solidFill>
                  <a:srgbClr val="FFFF00"/>
                </a:solidFill>
                <a:latin typeface="Gill Sans"/>
                <a:ea typeface="Gill Sans"/>
                <a:cs typeface="Gill Sans"/>
                <a:sym typeface="Gill Sans"/>
              </a:rPr>
              <a:t>CREACIÓN DEL PROYECTO MAUI</a:t>
            </a:r>
            <a:endParaRPr b="1" sz="1200">
              <a:solidFill>
                <a:srgbClr val="FFFF00"/>
              </a:solidFill>
              <a:latin typeface="Gill Sans"/>
              <a:ea typeface="Gill Sans"/>
              <a:cs typeface="Gill Sans"/>
              <a:sym typeface="Gill Sans"/>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MOVIL</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CONCLUSIONES</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RECOMENDACIONES</a:t>
            </a:r>
            <a:endParaRPr/>
          </a:p>
          <a:p>
            <a:pPr indent="0" lvl="0" marL="457200" rtl="0" algn="l">
              <a:spcBef>
                <a:spcPts val="840"/>
              </a:spcBef>
              <a:spcAft>
                <a:spcPts val="0"/>
              </a:spcAft>
              <a:buClr>
                <a:srgbClr val="000000"/>
              </a:buClr>
              <a:buSzPts val="1400"/>
              <a:buFont typeface="Arial"/>
              <a:buNone/>
            </a:pPr>
            <a:r>
              <a:t/>
            </a:r>
            <a:endParaRPr/>
          </a:p>
          <a:p>
            <a:pPr indent="0" lvl="0" marL="457200" rtl="0" algn="l">
              <a:spcBef>
                <a:spcPts val="840"/>
              </a:spcBef>
              <a:spcAft>
                <a:spcPts val="0"/>
              </a:spcAft>
              <a:buClr>
                <a:srgbClr val="000000"/>
              </a:buClr>
              <a:buSzPts val="1400"/>
              <a:buFont typeface="Arial"/>
              <a:buNone/>
            </a:pPr>
            <a:r>
              <a:t/>
            </a:r>
            <a:endParaRPr/>
          </a:p>
          <a:p>
            <a:pPr indent="0" lvl="0" marL="457200" marR="0" rtl="0" algn="l">
              <a:lnSpc>
                <a:spcPct val="100000"/>
              </a:lnSpc>
              <a:spcBef>
                <a:spcPts val="840"/>
              </a:spcBef>
              <a:spcAft>
                <a:spcPts val="0"/>
              </a:spcAft>
              <a:buClr>
                <a:srgbClr val="000000"/>
              </a:buClr>
              <a:buSzPts val="1400"/>
              <a:buFont typeface="Arial"/>
              <a:buNone/>
            </a:pPr>
            <a:r>
              <a:t/>
            </a:r>
            <a:endParaRPr/>
          </a:p>
        </p:txBody>
      </p:sp>
      <p:sp>
        <p:nvSpPr>
          <p:cNvPr id="432" name="Google Shape;432;p53"/>
          <p:cNvSpPr txBox="1"/>
          <p:nvPr>
            <p:ph idx="1" type="body"/>
          </p:nvPr>
        </p:nvSpPr>
        <p:spPr>
          <a:xfrm>
            <a:off x="514225" y="1888629"/>
            <a:ext cx="8589300" cy="1170900"/>
          </a:xfrm>
          <a:prstGeom prst="rect">
            <a:avLst/>
          </a:prstGeom>
          <a:noFill/>
          <a:ln>
            <a:noFill/>
          </a:ln>
        </p:spPr>
        <p:txBody>
          <a:bodyPr anchorCtr="0" anchor="ctr" bIns="45700" lIns="91425" spcFirstLastPara="1" rIns="91425" wrap="square" tIns="45700">
            <a:normAutofit/>
          </a:bodyPr>
          <a:lstStyle/>
          <a:p>
            <a:pPr indent="-327914" lvl="0" marL="457200" rtl="0" algn="l">
              <a:lnSpc>
                <a:spcPct val="115000"/>
              </a:lnSpc>
              <a:spcBef>
                <a:spcPts val="0"/>
              </a:spcBef>
              <a:spcAft>
                <a:spcPts val="0"/>
              </a:spcAft>
              <a:buSzPts val="1564"/>
              <a:buFont typeface="Cambria"/>
              <a:buChar char="◼"/>
            </a:pPr>
            <a:r>
              <a:rPr lang="es-ES" sz="1564">
                <a:latin typeface="Cambria"/>
                <a:ea typeface="Cambria"/>
                <a:cs typeface="Cambria"/>
                <a:sym typeface="Cambria"/>
              </a:rPr>
              <a:t>Lo que sigue es ir creando los diferentes paquetes que se van a usar.</a:t>
            </a:r>
            <a:endParaRPr sz="1564">
              <a:latin typeface="Cambria"/>
              <a:ea typeface="Cambria"/>
              <a:cs typeface="Cambria"/>
              <a:sym typeface="Cambria"/>
            </a:endParaRPr>
          </a:p>
        </p:txBody>
      </p:sp>
      <p:pic>
        <p:nvPicPr>
          <p:cNvPr id="433" name="Google Shape;433;p53"/>
          <p:cNvPicPr preferRelativeResize="0"/>
          <p:nvPr/>
        </p:nvPicPr>
        <p:blipFill>
          <a:blip r:embed="rId3">
            <a:alphaModFix/>
          </a:blip>
          <a:stretch>
            <a:fillRect/>
          </a:stretch>
        </p:blipFill>
        <p:spPr>
          <a:xfrm>
            <a:off x="1164400" y="2905725"/>
            <a:ext cx="5611251" cy="3767725"/>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7" name="Shape 437"/>
        <p:cNvGrpSpPr/>
        <p:nvPr/>
      </p:nvGrpSpPr>
      <p:grpSpPr>
        <a:xfrm>
          <a:off x="0" y="0"/>
          <a:ext cx="0" cy="0"/>
          <a:chOff x="0" y="0"/>
          <a:chExt cx="0" cy="0"/>
        </a:xfrm>
      </p:grpSpPr>
      <p:sp>
        <p:nvSpPr>
          <p:cNvPr id="438" name="Google Shape;438;p54"/>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439" name="Google Shape;439;p54"/>
          <p:cNvSpPr txBox="1"/>
          <p:nvPr>
            <p:ph idx="1" type="body"/>
          </p:nvPr>
        </p:nvSpPr>
        <p:spPr>
          <a:xfrm>
            <a:off x="122575" y="2429475"/>
            <a:ext cx="1643700" cy="3877800"/>
          </a:xfrm>
          <a:prstGeom prst="rect">
            <a:avLst/>
          </a:prstGeom>
          <a:noFill/>
          <a:ln>
            <a:noFill/>
          </a:ln>
        </p:spPr>
        <p:txBody>
          <a:bodyPr anchorCtr="0" anchor="ctr" bIns="45700" lIns="91425" spcFirstLastPara="1" rIns="91425" wrap="square" tIns="45700">
            <a:normAutofit/>
          </a:bodyPr>
          <a:lstStyle/>
          <a:p>
            <a:pPr indent="-327406" lvl="0" marL="457200" rtl="0" algn="l">
              <a:lnSpc>
                <a:spcPct val="150000"/>
              </a:lnSpc>
              <a:spcBef>
                <a:spcPts val="0"/>
              </a:spcBef>
              <a:spcAft>
                <a:spcPts val="0"/>
              </a:spcAft>
              <a:buSzPts val="1556"/>
              <a:buChar char="∙"/>
            </a:pPr>
            <a:r>
              <a:rPr lang="es-ES" sz="1100">
                <a:solidFill>
                  <a:schemeClr val="dk1"/>
                </a:solidFill>
                <a:latin typeface="Calibri"/>
                <a:ea typeface="Calibri"/>
                <a:cs typeface="Calibri"/>
                <a:sym typeface="Calibri"/>
              </a:rPr>
              <a:t>A continuación se detallarán las clases principales con su código fuente.</a:t>
            </a:r>
            <a:endParaRPr sz="1100">
              <a:solidFill>
                <a:schemeClr val="dk1"/>
              </a:solidFill>
              <a:latin typeface="Calibri"/>
              <a:ea typeface="Calibri"/>
              <a:cs typeface="Calibri"/>
              <a:sym typeface="Calibri"/>
            </a:endParaRPr>
          </a:p>
          <a:p>
            <a:pPr indent="-304800" lvl="0" marL="457200" rtl="0" algn="just">
              <a:lnSpc>
                <a:spcPct val="107000"/>
              </a:lnSpc>
              <a:spcBef>
                <a:spcPts val="0"/>
              </a:spcBef>
              <a:spcAft>
                <a:spcPts val="0"/>
              </a:spcAft>
              <a:buSzPts val="1200"/>
              <a:buFont typeface="Cambria"/>
              <a:buChar char="∙"/>
            </a:pPr>
            <a:r>
              <a:t/>
            </a:r>
            <a:endParaRPr sz="1200">
              <a:latin typeface="Cambria"/>
              <a:ea typeface="Cambria"/>
              <a:cs typeface="Cambria"/>
              <a:sym typeface="Cambria"/>
            </a:endParaRPr>
          </a:p>
        </p:txBody>
      </p:sp>
      <p:sp>
        <p:nvSpPr>
          <p:cNvPr id="440" name="Google Shape;440;p54"/>
          <p:cNvSpPr/>
          <p:nvPr/>
        </p:nvSpPr>
        <p:spPr>
          <a:xfrm>
            <a:off x="9383697" y="0"/>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chemeClr val="dk1"/>
              </a:buClr>
              <a:buSzPts val="1400"/>
              <a:buFont typeface="Arial"/>
              <a:buNone/>
            </a:pPr>
            <a:r>
              <a:t/>
            </a:r>
            <a:endParaRPr>
              <a:solidFill>
                <a:schemeClr val="dk1"/>
              </a:solidFill>
            </a:endParaRPr>
          </a:p>
          <a:p>
            <a:pPr indent="-306000" lvl="0" marL="306000" rtl="0" algn="l">
              <a:spcBef>
                <a:spcPts val="840"/>
              </a:spcBef>
              <a:spcAft>
                <a:spcPts val="0"/>
              </a:spcAft>
              <a:buClr>
                <a:schemeClr val="accent2"/>
              </a:buClr>
              <a:buSzPts val="1104"/>
              <a:buFont typeface="Noto Sans Symbols"/>
              <a:buChar char="◼"/>
            </a:pPr>
            <a:r>
              <a:rPr b="1" lang="es-ES" sz="1200">
                <a:solidFill>
                  <a:srgbClr val="FFFF00"/>
                </a:solidFill>
                <a:latin typeface="Gill Sans"/>
                <a:ea typeface="Gill Sans"/>
                <a:cs typeface="Gill Sans"/>
                <a:sym typeface="Gill Sans"/>
              </a:rPr>
              <a:t>DESARROLLO</a:t>
            </a:r>
            <a:endParaRPr>
              <a:solidFill>
                <a:schemeClr val="dk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SERVIDOR RESTful</a:t>
            </a:r>
            <a:endParaRPr>
              <a:solidFill>
                <a:schemeClr val="lt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12096" lvl="1" marL="763200" rtl="0" algn="l">
              <a:spcBef>
                <a:spcPts val="840"/>
              </a:spcBef>
              <a:spcAft>
                <a:spcPts val="0"/>
              </a:spcAft>
              <a:buClr>
                <a:srgbClr val="FFFF00"/>
              </a:buClr>
              <a:buSzPts val="1200"/>
              <a:buFont typeface="Gill Sans"/>
              <a:buChar char="◼"/>
            </a:pPr>
            <a:r>
              <a:rPr b="1" lang="es-ES" sz="1200">
                <a:solidFill>
                  <a:srgbClr val="FFFF00"/>
                </a:solidFill>
                <a:latin typeface="Gill Sans"/>
                <a:ea typeface="Gill Sans"/>
                <a:cs typeface="Gill Sans"/>
                <a:sym typeface="Gill Sans"/>
              </a:rPr>
              <a:t>CREACIÓN DEL PROYECTO MAUI</a:t>
            </a:r>
            <a:endParaRPr b="1" sz="1200">
              <a:solidFill>
                <a:srgbClr val="FFFF00"/>
              </a:solidFill>
              <a:latin typeface="Gill Sans"/>
              <a:ea typeface="Gill Sans"/>
              <a:cs typeface="Gill Sans"/>
              <a:sym typeface="Gill Sans"/>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solidFill>
                <a:schemeClr val="dk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solidFill>
                <a:schemeClr val="dk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MOVIL</a:t>
            </a:r>
            <a:endParaRPr>
              <a:solidFill>
                <a:schemeClr val="dk1"/>
              </a:solidFill>
            </a:endParaRPr>
          </a:p>
          <a:p>
            <a:pPr indent="-306000" lvl="0" marL="3060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CONCLUSIONES</a:t>
            </a:r>
            <a:endParaRPr>
              <a:solidFill>
                <a:schemeClr val="dk1"/>
              </a:solidFill>
            </a:endParaRPr>
          </a:p>
          <a:p>
            <a:pPr indent="-306000" lvl="0" marL="3060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RECOMENDACIONES</a:t>
            </a:r>
            <a:endParaRPr>
              <a:solidFill>
                <a:schemeClr val="dk1"/>
              </a:solidFill>
            </a:endParaRPr>
          </a:p>
          <a:p>
            <a:pPr indent="0" lvl="0" marL="457200" rtl="0" algn="l">
              <a:spcBef>
                <a:spcPts val="840"/>
              </a:spcBef>
              <a:spcAft>
                <a:spcPts val="0"/>
              </a:spcAft>
              <a:buClr>
                <a:schemeClr val="dk1"/>
              </a:buClr>
              <a:buSzPts val="1400"/>
              <a:buFont typeface="Arial"/>
              <a:buNone/>
            </a:pPr>
            <a:r>
              <a:t/>
            </a:r>
            <a:endParaRPr>
              <a:solidFill>
                <a:schemeClr val="dk1"/>
              </a:solidFill>
            </a:endParaRPr>
          </a:p>
          <a:p>
            <a:pPr indent="0" lvl="0" marL="457200" rtl="0" algn="l">
              <a:spcBef>
                <a:spcPts val="840"/>
              </a:spcBef>
              <a:spcAft>
                <a:spcPts val="0"/>
              </a:spcAft>
              <a:buClr>
                <a:schemeClr val="dk1"/>
              </a:buClr>
              <a:buSzPts val="1400"/>
              <a:buFont typeface="Arial"/>
              <a:buNone/>
            </a:pPr>
            <a:r>
              <a:t/>
            </a:r>
            <a:endParaRPr>
              <a:solidFill>
                <a:schemeClr val="dk1"/>
              </a:solidFill>
            </a:endParaRPr>
          </a:p>
          <a:p>
            <a:pPr indent="0" lvl="0" marL="457200" rtl="0" algn="l">
              <a:spcBef>
                <a:spcPts val="840"/>
              </a:spcBef>
              <a:spcAft>
                <a:spcPts val="0"/>
              </a:spcAft>
              <a:buClr>
                <a:schemeClr val="dk1"/>
              </a:buClr>
              <a:buSzPts val="1400"/>
              <a:buFont typeface="Arial"/>
              <a:buNone/>
            </a:pPr>
            <a:r>
              <a:t/>
            </a:r>
            <a:endParaRPr>
              <a:solidFill>
                <a:schemeClr val="dk1"/>
              </a:solidFill>
            </a:endParaRPr>
          </a:p>
          <a:p>
            <a:pPr indent="0" lvl="0" marL="457200" marR="0" rtl="0" algn="l">
              <a:lnSpc>
                <a:spcPct val="100000"/>
              </a:lnSpc>
              <a:spcBef>
                <a:spcPts val="840"/>
              </a:spcBef>
              <a:spcAft>
                <a:spcPts val="0"/>
              </a:spcAft>
              <a:buClr>
                <a:srgbClr val="000000"/>
              </a:buClr>
              <a:buSzPts val="1400"/>
              <a:buFont typeface="Arial"/>
              <a:buNone/>
            </a:pPr>
            <a:r>
              <a:t/>
            </a:r>
            <a:endParaRPr/>
          </a:p>
        </p:txBody>
      </p:sp>
      <p:graphicFrame>
        <p:nvGraphicFramePr>
          <p:cNvPr id="441" name="Google Shape;441;p54"/>
          <p:cNvGraphicFramePr/>
          <p:nvPr/>
        </p:nvGraphicFramePr>
        <p:xfrm>
          <a:off x="2311225" y="2755638"/>
          <a:ext cx="3000000" cy="3000000"/>
        </p:xfrm>
        <a:graphic>
          <a:graphicData uri="http://schemas.openxmlformats.org/drawingml/2006/table">
            <a:tbl>
              <a:tblPr>
                <a:noFill/>
                <a:tableStyleId>{BF136021-7255-42B7-A7E7-87A8D8FFE9CA}</a:tableStyleId>
              </a:tblPr>
              <a:tblGrid>
                <a:gridCol w="5903875"/>
              </a:tblGrid>
              <a:tr h="2513700">
                <a:tc>
                  <a:txBody>
                    <a:bodyPr/>
                    <a:lstStyle/>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namespace ec.edu.monster.Modelos;</a:t>
                      </a:r>
                      <a:endParaRPr sz="900">
                        <a:solidFill>
                          <a:srgbClr val="4F81BD"/>
                        </a:solidFill>
                        <a:latin typeface="Calibri"/>
                        <a:ea typeface="Calibri"/>
                        <a:cs typeface="Calibri"/>
                        <a:sym typeface="Calibri"/>
                      </a:endParaRPr>
                    </a:p>
                    <a:p>
                      <a:pPr indent="0" lvl="0" marL="0" rtl="0" algn="l">
                        <a:lnSpc>
                          <a:spcPct val="115000"/>
                        </a:lnSpc>
                        <a:spcBef>
                          <a:spcPts val="0"/>
                        </a:spcBef>
                        <a:spcAft>
                          <a:spcPts val="0"/>
                        </a:spcAft>
                        <a:buNone/>
                      </a:pPr>
                      <a:r>
                        <a:t/>
                      </a:r>
                      <a:endParaRPr sz="1100">
                        <a:solidFill>
                          <a:schemeClr val="dk1"/>
                        </a:solidFill>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public static class ConstantesRed</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public const string IP_WEB_SERVICES = "192.168.18.9";</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//public const string IP_WEB_SERVICES = "localhost";</a:t>
                      </a:r>
                      <a:endParaRPr sz="900">
                        <a:solidFill>
                          <a:srgbClr val="4F81BD"/>
                        </a:solidFill>
                        <a:latin typeface="Calibri"/>
                        <a:ea typeface="Calibri"/>
                        <a:cs typeface="Calibri"/>
                        <a:sym typeface="Calibri"/>
                      </a:endParaRPr>
                    </a:p>
                    <a:p>
                      <a:pPr indent="0" lvl="0" marL="0" rtl="0" algn="l">
                        <a:lnSpc>
                          <a:spcPct val="115000"/>
                        </a:lnSpc>
                        <a:spcBef>
                          <a:spcPts val="0"/>
                        </a:spcBef>
                        <a:spcAft>
                          <a:spcPts val="0"/>
                        </a:spcAft>
                        <a:buNone/>
                      </a:pPr>
                      <a:r>
                        <a:t/>
                      </a:r>
                      <a:endParaRPr sz="1100">
                        <a:solidFill>
                          <a:schemeClr val="dk1"/>
                        </a:solidFill>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public const string UrlJavaSoap = $"http://{IP_WEB_SERVICES}:8080/04.SERVIDOR/WSConversorUnidades";</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public const string UrlDotNetSoap = $"http://{IP_WEB_SERVICES}:50774/WSConversorUnidades.svc";</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public const string UrlDotNetRest = $"http://{IP_WEB_SERVICES}:52100/api";</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public const string UrlJavaRest = $"http://{IP_WEB_SERVICES}:8080/04.SERVIDOR/api";</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a:t>
                      </a:r>
                      <a:endParaRPr sz="900">
                        <a:solidFill>
                          <a:srgbClr val="4F81BD"/>
                        </a:solidFill>
                        <a:latin typeface="Calibri"/>
                        <a:ea typeface="Calibri"/>
                        <a:cs typeface="Calibri"/>
                        <a:sym typeface="Calibri"/>
                      </a:endParaRPr>
                    </a:p>
                    <a:p>
                      <a:pPr indent="0" lvl="0" marL="0" rtl="0" algn="l">
                        <a:lnSpc>
                          <a:spcPct val="115000"/>
                        </a:lnSpc>
                        <a:spcBef>
                          <a:spcPts val="0"/>
                        </a:spcBef>
                        <a:spcAft>
                          <a:spcPts val="0"/>
                        </a:spcAft>
                        <a:buNone/>
                      </a:pPr>
                      <a:r>
                        <a:t/>
                      </a:r>
                      <a:endParaRPr sz="1100">
                        <a:solidFill>
                          <a:schemeClr val="dk1"/>
                        </a:solidFill>
                      </a:endParaRPr>
                    </a:p>
                    <a:p>
                      <a:pPr indent="0" lvl="0" marL="0" rtl="0" algn="l">
                        <a:spcBef>
                          <a:spcPts val="0"/>
                        </a:spcBef>
                        <a:spcAft>
                          <a:spcPts val="0"/>
                        </a:spcAft>
                        <a:buNone/>
                      </a:pPr>
                      <a:r>
                        <a:t/>
                      </a:r>
                      <a:endParaRPr sz="1100">
                        <a:solidFill>
                          <a:srgbClr val="4F81BD"/>
                        </a:solidFill>
                        <a:latin typeface="Calibri"/>
                        <a:ea typeface="Calibri"/>
                        <a:cs typeface="Calibri"/>
                        <a:sym typeface="Calibri"/>
                      </a:endParaRPr>
                    </a:p>
                  </a:txBody>
                  <a:tcPr marT="63500" marB="63500" marR="63500" marL="63500"/>
                </a:tc>
              </a:tr>
            </a:tbl>
          </a:graphicData>
        </a:graphic>
      </p:graphicFrame>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5" name="Shape 445"/>
        <p:cNvGrpSpPr/>
        <p:nvPr/>
      </p:nvGrpSpPr>
      <p:grpSpPr>
        <a:xfrm>
          <a:off x="0" y="0"/>
          <a:ext cx="0" cy="0"/>
          <a:chOff x="0" y="0"/>
          <a:chExt cx="0" cy="0"/>
        </a:xfrm>
      </p:grpSpPr>
      <p:sp>
        <p:nvSpPr>
          <p:cNvPr id="446" name="Google Shape;446;p55"/>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447" name="Google Shape;447;p55"/>
          <p:cNvSpPr txBox="1"/>
          <p:nvPr>
            <p:ph idx="1" type="body"/>
          </p:nvPr>
        </p:nvSpPr>
        <p:spPr>
          <a:xfrm>
            <a:off x="122575" y="2429475"/>
            <a:ext cx="1643700" cy="3877800"/>
          </a:xfrm>
          <a:prstGeom prst="rect">
            <a:avLst/>
          </a:prstGeom>
          <a:noFill/>
          <a:ln>
            <a:noFill/>
          </a:ln>
        </p:spPr>
        <p:txBody>
          <a:bodyPr anchorCtr="0" anchor="ctr" bIns="45700" lIns="91425" spcFirstLastPara="1" rIns="91425" wrap="square" tIns="45700">
            <a:normAutofit/>
          </a:bodyPr>
          <a:lstStyle/>
          <a:p>
            <a:pPr indent="-327406" lvl="0" marL="457200" rtl="0" algn="l">
              <a:lnSpc>
                <a:spcPct val="150000"/>
              </a:lnSpc>
              <a:spcBef>
                <a:spcPts val="0"/>
              </a:spcBef>
              <a:spcAft>
                <a:spcPts val="0"/>
              </a:spcAft>
              <a:buSzPts val="1556"/>
              <a:buChar char="∙"/>
            </a:pPr>
            <a:r>
              <a:rPr lang="es-ES" sz="1100">
                <a:solidFill>
                  <a:schemeClr val="dk1"/>
                </a:solidFill>
                <a:latin typeface="Calibri"/>
                <a:ea typeface="Calibri"/>
                <a:cs typeface="Calibri"/>
                <a:sym typeface="Calibri"/>
              </a:rPr>
              <a:t>A continuación se detallarán las clases principales con su código fuente.</a:t>
            </a:r>
            <a:endParaRPr sz="1100">
              <a:solidFill>
                <a:schemeClr val="dk1"/>
              </a:solidFill>
              <a:latin typeface="Calibri"/>
              <a:ea typeface="Calibri"/>
              <a:cs typeface="Calibri"/>
              <a:sym typeface="Calibri"/>
            </a:endParaRPr>
          </a:p>
          <a:p>
            <a:pPr indent="-304800" lvl="0" marL="457200" rtl="0" algn="just">
              <a:lnSpc>
                <a:spcPct val="107000"/>
              </a:lnSpc>
              <a:spcBef>
                <a:spcPts val="0"/>
              </a:spcBef>
              <a:spcAft>
                <a:spcPts val="0"/>
              </a:spcAft>
              <a:buSzPts val="1200"/>
              <a:buFont typeface="Cambria"/>
              <a:buChar char="∙"/>
            </a:pPr>
            <a:r>
              <a:t/>
            </a:r>
            <a:endParaRPr sz="1200">
              <a:latin typeface="Cambria"/>
              <a:ea typeface="Cambria"/>
              <a:cs typeface="Cambria"/>
              <a:sym typeface="Cambria"/>
            </a:endParaRPr>
          </a:p>
        </p:txBody>
      </p:sp>
      <p:sp>
        <p:nvSpPr>
          <p:cNvPr id="448" name="Google Shape;448;p55"/>
          <p:cNvSpPr/>
          <p:nvPr/>
        </p:nvSpPr>
        <p:spPr>
          <a:xfrm>
            <a:off x="9383697" y="0"/>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chemeClr val="dk1"/>
              </a:buClr>
              <a:buSzPts val="1400"/>
              <a:buFont typeface="Arial"/>
              <a:buNone/>
            </a:pPr>
            <a:r>
              <a:t/>
            </a:r>
            <a:endParaRPr>
              <a:solidFill>
                <a:schemeClr val="dk1"/>
              </a:solidFill>
            </a:endParaRPr>
          </a:p>
          <a:p>
            <a:pPr indent="-306000" lvl="0" marL="306000" rtl="0" algn="l">
              <a:spcBef>
                <a:spcPts val="840"/>
              </a:spcBef>
              <a:spcAft>
                <a:spcPts val="0"/>
              </a:spcAft>
              <a:buClr>
                <a:schemeClr val="accent2"/>
              </a:buClr>
              <a:buSzPts val="1104"/>
              <a:buFont typeface="Noto Sans Symbols"/>
              <a:buChar char="◼"/>
            </a:pPr>
            <a:r>
              <a:rPr b="1" lang="es-ES" sz="1200">
                <a:solidFill>
                  <a:srgbClr val="FFFF00"/>
                </a:solidFill>
                <a:latin typeface="Gill Sans"/>
                <a:ea typeface="Gill Sans"/>
                <a:cs typeface="Gill Sans"/>
                <a:sym typeface="Gill Sans"/>
              </a:rPr>
              <a:t>DESARROLLO</a:t>
            </a:r>
            <a:endParaRPr>
              <a:solidFill>
                <a:schemeClr val="dk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SERVIDOR RESTful</a:t>
            </a:r>
            <a:endParaRPr>
              <a:solidFill>
                <a:schemeClr val="lt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12096" lvl="1" marL="763200" rtl="0" algn="l">
              <a:spcBef>
                <a:spcPts val="840"/>
              </a:spcBef>
              <a:spcAft>
                <a:spcPts val="0"/>
              </a:spcAft>
              <a:buClr>
                <a:srgbClr val="FFFF00"/>
              </a:buClr>
              <a:buSzPts val="1200"/>
              <a:buFont typeface="Gill Sans"/>
              <a:buChar char="◼"/>
            </a:pPr>
            <a:r>
              <a:rPr b="1" lang="es-ES" sz="1200">
                <a:solidFill>
                  <a:srgbClr val="FFFF00"/>
                </a:solidFill>
                <a:latin typeface="Gill Sans"/>
                <a:ea typeface="Gill Sans"/>
                <a:cs typeface="Gill Sans"/>
                <a:sym typeface="Gill Sans"/>
              </a:rPr>
              <a:t>CREACIÓN DEL PROYECTO MAUI</a:t>
            </a:r>
            <a:endParaRPr b="1" sz="1200">
              <a:solidFill>
                <a:srgbClr val="FFFF00"/>
              </a:solidFill>
              <a:latin typeface="Gill Sans"/>
              <a:ea typeface="Gill Sans"/>
              <a:cs typeface="Gill Sans"/>
              <a:sym typeface="Gill Sans"/>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solidFill>
                <a:schemeClr val="dk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solidFill>
                <a:schemeClr val="dk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MOVIL</a:t>
            </a:r>
            <a:endParaRPr>
              <a:solidFill>
                <a:schemeClr val="dk1"/>
              </a:solidFill>
            </a:endParaRPr>
          </a:p>
          <a:p>
            <a:pPr indent="-306000" lvl="0" marL="3060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CONCLUSIONES</a:t>
            </a:r>
            <a:endParaRPr>
              <a:solidFill>
                <a:schemeClr val="dk1"/>
              </a:solidFill>
            </a:endParaRPr>
          </a:p>
          <a:p>
            <a:pPr indent="-306000" lvl="0" marL="3060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RECOMENDACIONES</a:t>
            </a:r>
            <a:endParaRPr>
              <a:solidFill>
                <a:schemeClr val="dk1"/>
              </a:solidFill>
            </a:endParaRPr>
          </a:p>
          <a:p>
            <a:pPr indent="0" lvl="0" marL="457200" rtl="0" algn="l">
              <a:spcBef>
                <a:spcPts val="840"/>
              </a:spcBef>
              <a:spcAft>
                <a:spcPts val="0"/>
              </a:spcAft>
              <a:buClr>
                <a:schemeClr val="dk1"/>
              </a:buClr>
              <a:buSzPts val="1400"/>
              <a:buFont typeface="Arial"/>
              <a:buNone/>
            </a:pPr>
            <a:r>
              <a:t/>
            </a:r>
            <a:endParaRPr>
              <a:solidFill>
                <a:schemeClr val="dk1"/>
              </a:solidFill>
            </a:endParaRPr>
          </a:p>
          <a:p>
            <a:pPr indent="0" lvl="0" marL="457200" rtl="0" algn="l">
              <a:spcBef>
                <a:spcPts val="840"/>
              </a:spcBef>
              <a:spcAft>
                <a:spcPts val="0"/>
              </a:spcAft>
              <a:buClr>
                <a:schemeClr val="dk1"/>
              </a:buClr>
              <a:buSzPts val="1400"/>
              <a:buFont typeface="Arial"/>
              <a:buNone/>
            </a:pPr>
            <a:r>
              <a:t/>
            </a:r>
            <a:endParaRPr>
              <a:solidFill>
                <a:schemeClr val="dk1"/>
              </a:solidFill>
            </a:endParaRPr>
          </a:p>
          <a:p>
            <a:pPr indent="0" lvl="0" marL="457200" rtl="0" algn="l">
              <a:spcBef>
                <a:spcPts val="840"/>
              </a:spcBef>
              <a:spcAft>
                <a:spcPts val="0"/>
              </a:spcAft>
              <a:buClr>
                <a:schemeClr val="dk1"/>
              </a:buClr>
              <a:buSzPts val="1400"/>
              <a:buFont typeface="Arial"/>
              <a:buNone/>
            </a:pPr>
            <a:r>
              <a:t/>
            </a:r>
            <a:endParaRPr>
              <a:solidFill>
                <a:schemeClr val="dk1"/>
              </a:solidFill>
            </a:endParaRPr>
          </a:p>
          <a:p>
            <a:pPr indent="0" lvl="0" marL="457200" marR="0" rtl="0" algn="l">
              <a:lnSpc>
                <a:spcPct val="100000"/>
              </a:lnSpc>
              <a:spcBef>
                <a:spcPts val="840"/>
              </a:spcBef>
              <a:spcAft>
                <a:spcPts val="0"/>
              </a:spcAft>
              <a:buClr>
                <a:srgbClr val="000000"/>
              </a:buClr>
              <a:buSzPts val="1400"/>
              <a:buFont typeface="Arial"/>
              <a:buNone/>
            </a:pPr>
            <a:r>
              <a:t/>
            </a:r>
            <a:endParaRPr/>
          </a:p>
        </p:txBody>
      </p:sp>
      <p:graphicFrame>
        <p:nvGraphicFramePr>
          <p:cNvPr id="449" name="Google Shape;449;p55"/>
          <p:cNvGraphicFramePr/>
          <p:nvPr/>
        </p:nvGraphicFramePr>
        <p:xfrm>
          <a:off x="2311225" y="2755638"/>
          <a:ext cx="3000000" cy="3000000"/>
        </p:xfrm>
        <a:graphic>
          <a:graphicData uri="http://schemas.openxmlformats.org/drawingml/2006/table">
            <a:tbl>
              <a:tblPr>
                <a:noFill/>
                <a:tableStyleId>{BF136021-7255-42B7-A7E7-87A8D8FFE9CA}</a:tableStyleId>
              </a:tblPr>
              <a:tblGrid>
                <a:gridCol w="5903875"/>
              </a:tblGrid>
              <a:tr h="2513700">
                <a:tc>
                  <a:txBody>
                    <a:bodyPr/>
                    <a:lstStyle/>
                    <a:p>
                      <a:pPr indent="0" lvl="0" marL="0" rtl="0" algn="l">
                        <a:spcBef>
                          <a:spcPts val="0"/>
                        </a:spcBef>
                        <a:spcAft>
                          <a:spcPts val="0"/>
                        </a:spcAft>
                        <a:buNone/>
                      </a:pPr>
                      <a:r>
                        <a:rPr lang="es-ES" sz="900">
                          <a:solidFill>
                            <a:srgbClr val="4F81BD"/>
                          </a:solidFill>
                          <a:latin typeface="Calibri"/>
                          <a:ea typeface="Calibri"/>
                          <a:cs typeface="Calibri"/>
                          <a:sym typeface="Calibri"/>
                        </a:rPr>
                        <a:t>using ec.edu.monster.Interfaces;</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using ec.edu.monster.Modelos;</a:t>
                      </a:r>
                      <a:endParaRPr sz="900">
                        <a:solidFill>
                          <a:srgbClr val="4F81BD"/>
                        </a:solidFill>
                        <a:latin typeface="Calibri"/>
                        <a:ea typeface="Calibri"/>
                        <a:cs typeface="Calibri"/>
                        <a:sym typeface="Calibri"/>
                      </a:endParaRPr>
                    </a:p>
                    <a:p>
                      <a:pPr indent="0" lvl="0" marL="0" rtl="0" algn="l">
                        <a:spcBef>
                          <a:spcPts val="0"/>
                        </a:spcBef>
                        <a:spcAft>
                          <a:spcPts val="0"/>
                        </a:spcAft>
                        <a:buNone/>
                      </a:pPr>
                      <a:r>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namespace ec.edu.monster.Servicios;</a:t>
                      </a:r>
                      <a:endParaRPr sz="900">
                        <a:solidFill>
                          <a:srgbClr val="4F81BD"/>
                        </a:solidFill>
                        <a:latin typeface="Calibri"/>
                        <a:ea typeface="Calibri"/>
                        <a:cs typeface="Calibri"/>
                        <a:sym typeface="Calibri"/>
                      </a:endParaRPr>
                    </a:p>
                    <a:p>
                      <a:pPr indent="0" lvl="0" marL="0" rtl="0" algn="l">
                        <a:spcBef>
                          <a:spcPts val="0"/>
                        </a:spcBef>
                        <a:spcAft>
                          <a:spcPts val="0"/>
                        </a:spcAft>
                        <a:buNone/>
                      </a:pPr>
                      <a:r>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public class FabricaEstrategiaBackend</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private readonly IEnumerable&lt;IAdaptadorConversion&gt; _adaptadoresConversion;</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private readonly IEnumerable&lt;IAdaptadorAutenticacion&gt; _adaptadoresAutenticacion;</a:t>
                      </a:r>
                      <a:endParaRPr sz="900">
                        <a:solidFill>
                          <a:srgbClr val="4F81BD"/>
                        </a:solidFill>
                        <a:latin typeface="Calibri"/>
                        <a:ea typeface="Calibri"/>
                        <a:cs typeface="Calibri"/>
                        <a:sym typeface="Calibri"/>
                      </a:endParaRPr>
                    </a:p>
                    <a:p>
                      <a:pPr indent="0" lvl="0" marL="0" rtl="0" algn="l">
                        <a:spcBef>
                          <a:spcPts val="0"/>
                        </a:spcBef>
                        <a:spcAft>
                          <a:spcPts val="0"/>
                        </a:spcAft>
                        <a:buNone/>
                      </a:pPr>
                      <a:r>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public FabricaEstrategiaBackend(</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IEnumerable&lt;IAdaptadorConversion&gt; adaptadoresConversion,</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IEnumerable&lt;IAdaptadorAutenticacion&gt; adaptadoresAutenticacion)</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_adaptadoresConversion = adaptadoresConversion;</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_adaptadoresAutenticacion = adaptadoresAutenticacion;</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indent="0" lvl="0" marL="0" rtl="0" algn="l">
                        <a:spcBef>
                          <a:spcPts val="0"/>
                        </a:spcBef>
                        <a:spcAft>
                          <a:spcPts val="0"/>
                        </a:spcAft>
                        <a:buNone/>
                      </a:pPr>
                      <a:r>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public IAdaptadorConversion ObtenerAdaptadorConversion(TipoBackend tipo) =&gt;</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_adaptadoresConversion.FirstOrDefault(a =&gt; a.Tipo == tipo)</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 throw new NotSupportedException($"Adaptador de conversión para {tipo} no implementado.");</a:t>
                      </a:r>
                      <a:endParaRPr sz="900">
                        <a:solidFill>
                          <a:srgbClr val="4F81BD"/>
                        </a:solidFill>
                        <a:latin typeface="Calibri"/>
                        <a:ea typeface="Calibri"/>
                        <a:cs typeface="Calibri"/>
                        <a:sym typeface="Calibri"/>
                      </a:endParaRPr>
                    </a:p>
                    <a:p>
                      <a:pPr indent="0" lvl="0" marL="0" rtl="0" algn="l">
                        <a:spcBef>
                          <a:spcPts val="0"/>
                        </a:spcBef>
                        <a:spcAft>
                          <a:spcPts val="0"/>
                        </a:spcAft>
                        <a:buNone/>
                      </a:pPr>
                      <a:r>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public IAdaptadorAutenticacion ObtenerAdaptadorAutenticacion(TipoBackend tipo) =&gt;</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_adaptadoresAutenticacion.FirstOrDefault(a =&gt; a.Tipo == tipo)</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 throw new NotSupportedException($"Adaptador de autenticación para {tipo} no implementado.");</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a:t>
                      </a:r>
                      <a:endParaRPr sz="900">
                        <a:solidFill>
                          <a:srgbClr val="4F81BD"/>
                        </a:solidFill>
                        <a:latin typeface="Calibri"/>
                        <a:ea typeface="Calibri"/>
                        <a:cs typeface="Calibri"/>
                        <a:sym typeface="Calibri"/>
                      </a:endParaRPr>
                    </a:p>
                  </a:txBody>
                  <a:tcPr marT="63500" marB="63500" marR="63500" marL="63500"/>
                </a:tc>
              </a:tr>
            </a:tbl>
          </a:graphicData>
        </a:graphic>
      </p:graphicFrame>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3" name="Shape 453"/>
        <p:cNvGrpSpPr/>
        <p:nvPr/>
      </p:nvGrpSpPr>
      <p:grpSpPr>
        <a:xfrm>
          <a:off x="0" y="0"/>
          <a:ext cx="0" cy="0"/>
          <a:chOff x="0" y="0"/>
          <a:chExt cx="0" cy="0"/>
        </a:xfrm>
      </p:grpSpPr>
      <p:sp>
        <p:nvSpPr>
          <p:cNvPr id="454" name="Google Shape;454;p56"/>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455" name="Google Shape;455;p56"/>
          <p:cNvSpPr txBox="1"/>
          <p:nvPr>
            <p:ph idx="1" type="body"/>
          </p:nvPr>
        </p:nvSpPr>
        <p:spPr>
          <a:xfrm>
            <a:off x="122575" y="2429475"/>
            <a:ext cx="1643700" cy="3877800"/>
          </a:xfrm>
          <a:prstGeom prst="rect">
            <a:avLst/>
          </a:prstGeom>
          <a:noFill/>
          <a:ln>
            <a:noFill/>
          </a:ln>
        </p:spPr>
        <p:txBody>
          <a:bodyPr anchorCtr="0" anchor="ctr" bIns="45700" lIns="91425" spcFirstLastPara="1" rIns="91425" wrap="square" tIns="45700">
            <a:normAutofit/>
          </a:bodyPr>
          <a:lstStyle/>
          <a:p>
            <a:pPr indent="-327406" lvl="0" marL="457200" rtl="0" algn="l">
              <a:lnSpc>
                <a:spcPct val="150000"/>
              </a:lnSpc>
              <a:spcBef>
                <a:spcPts val="0"/>
              </a:spcBef>
              <a:spcAft>
                <a:spcPts val="0"/>
              </a:spcAft>
              <a:buSzPts val="1556"/>
              <a:buChar char="∙"/>
            </a:pPr>
            <a:r>
              <a:rPr lang="es-ES" sz="1100">
                <a:solidFill>
                  <a:schemeClr val="dk1"/>
                </a:solidFill>
                <a:latin typeface="Calibri"/>
                <a:ea typeface="Calibri"/>
                <a:cs typeface="Calibri"/>
                <a:sym typeface="Calibri"/>
              </a:rPr>
              <a:t>A continuación se detallarán las clases principales con su código fuente.</a:t>
            </a:r>
            <a:endParaRPr sz="1100">
              <a:solidFill>
                <a:schemeClr val="dk1"/>
              </a:solidFill>
              <a:latin typeface="Calibri"/>
              <a:ea typeface="Calibri"/>
              <a:cs typeface="Calibri"/>
              <a:sym typeface="Calibri"/>
            </a:endParaRPr>
          </a:p>
          <a:p>
            <a:pPr indent="-304800" lvl="0" marL="457200" rtl="0" algn="just">
              <a:lnSpc>
                <a:spcPct val="107000"/>
              </a:lnSpc>
              <a:spcBef>
                <a:spcPts val="0"/>
              </a:spcBef>
              <a:spcAft>
                <a:spcPts val="0"/>
              </a:spcAft>
              <a:buSzPts val="1200"/>
              <a:buFont typeface="Cambria"/>
              <a:buChar char="∙"/>
            </a:pPr>
            <a:r>
              <a:t/>
            </a:r>
            <a:endParaRPr sz="1200">
              <a:latin typeface="Cambria"/>
              <a:ea typeface="Cambria"/>
              <a:cs typeface="Cambria"/>
              <a:sym typeface="Cambria"/>
            </a:endParaRPr>
          </a:p>
        </p:txBody>
      </p:sp>
      <p:sp>
        <p:nvSpPr>
          <p:cNvPr id="456" name="Google Shape;456;p56"/>
          <p:cNvSpPr/>
          <p:nvPr/>
        </p:nvSpPr>
        <p:spPr>
          <a:xfrm>
            <a:off x="9383697" y="0"/>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chemeClr val="dk1"/>
              </a:buClr>
              <a:buSzPts val="1400"/>
              <a:buFont typeface="Arial"/>
              <a:buNone/>
            </a:pPr>
            <a:r>
              <a:t/>
            </a:r>
            <a:endParaRPr>
              <a:solidFill>
                <a:schemeClr val="dk1"/>
              </a:solidFill>
            </a:endParaRPr>
          </a:p>
          <a:p>
            <a:pPr indent="-306000" lvl="0" marL="306000" rtl="0" algn="l">
              <a:spcBef>
                <a:spcPts val="840"/>
              </a:spcBef>
              <a:spcAft>
                <a:spcPts val="0"/>
              </a:spcAft>
              <a:buClr>
                <a:schemeClr val="accent2"/>
              </a:buClr>
              <a:buSzPts val="1104"/>
              <a:buFont typeface="Noto Sans Symbols"/>
              <a:buChar char="◼"/>
            </a:pPr>
            <a:r>
              <a:rPr b="1" lang="es-ES" sz="1200">
                <a:solidFill>
                  <a:srgbClr val="FFFF00"/>
                </a:solidFill>
                <a:latin typeface="Gill Sans"/>
                <a:ea typeface="Gill Sans"/>
                <a:cs typeface="Gill Sans"/>
                <a:sym typeface="Gill Sans"/>
              </a:rPr>
              <a:t>DESARROLLO</a:t>
            </a:r>
            <a:endParaRPr>
              <a:solidFill>
                <a:schemeClr val="dk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SERVIDOR RESTful</a:t>
            </a:r>
            <a:endParaRPr>
              <a:solidFill>
                <a:schemeClr val="lt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12096" lvl="1" marL="763200" rtl="0" algn="l">
              <a:spcBef>
                <a:spcPts val="840"/>
              </a:spcBef>
              <a:spcAft>
                <a:spcPts val="0"/>
              </a:spcAft>
              <a:buClr>
                <a:srgbClr val="FFFF00"/>
              </a:buClr>
              <a:buSzPts val="1200"/>
              <a:buFont typeface="Gill Sans"/>
              <a:buChar char="◼"/>
            </a:pPr>
            <a:r>
              <a:rPr b="1" lang="es-ES" sz="1200">
                <a:solidFill>
                  <a:srgbClr val="FFFF00"/>
                </a:solidFill>
                <a:latin typeface="Gill Sans"/>
                <a:ea typeface="Gill Sans"/>
                <a:cs typeface="Gill Sans"/>
                <a:sym typeface="Gill Sans"/>
              </a:rPr>
              <a:t>CREACIÓN DEL PROYECTO MAUI</a:t>
            </a:r>
            <a:endParaRPr b="1" sz="1200">
              <a:solidFill>
                <a:srgbClr val="FFFF00"/>
              </a:solidFill>
              <a:latin typeface="Gill Sans"/>
              <a:ea typeface="Gill Sans"/>
              <a:cs typeface="Gill Sans"/>
              <a:sym typeface="Gill Sans"/>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solidFill>
                <a:schemeClr val="dk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solidFill>
                <a:schemeClr val="dk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MOVIL</a:t>
            </a:r>
            <a:endParaRPr>
              <a:solidFill>
                <a:schemeClr val="dk1"/>
              </a:solidFill>
            </a:endParaRPr>
          </a:p>
          <a:p>
            <a:pPr indent="-306000" lvl="0" marL="3060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CONCLUSIONES</a:t>
            </a:r>
            <a:endParaRPr>
              <a:solidFill>
                <a:schemeClr val="dk1"/>
              </a:solidFill>
            </a:endParaRPr>
          </a:p>
          <a:p>
            <a:pPr indent="-306000" lvl="0" marL="3060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RECOMENDACIONES</a:t>
            </a:r>
            <a:endParaRPr>
              <a:solidFill>
                <a:schemeClr val="dk1"/>
              </a:solidFill>
            </a:endParaRPr>
          </a:p>
          <a:p>
            <a:pPr indent="0" lvl="0" marL="457200" rtl="0" algn="l">
              <a:spcBef>
                <a:spcPts val="840"/>
              </a:spcBef>
              <a:spcAft>
                <a:spcPts val="0"/>
              </a:spcAft>
              <a:buClr>
                <a:schemeClr val="dk1"/>
              </a:buClr>
              <a:buSzPts val="1400"/>
              <a:buFont typeface="Arial"/>
              <a:buNone/>
            </a:pPr>
            <a:r>
              <a:t/>
            </a:r>
            <a:endParaRPr>
              <a:solidFill>
                <a:schemeClr val="dk1"/>
              </a:solidFill>
            </a:endParaRPr>
          </a:p>
          <a:p>
            <a:pPr indent="0" lvl="0" marL="457200" rtl="0" algn="l">
              <a:spcBef>
                <a:spcPts val="840"/>
              </a:spcBef>
              <a:spcAft>
                <a:spcPts val="0"/>
              </a:spcAft>
              <a:buClr>
                <a:schemeClr val="dk1"/>
              </a:buClr>
              <a:buSzPts val="1400"/>
              <a:buFont typeface="Arial"/>
              <a:buNone/>
            </a:pPr>
            <a:r>
              <a:t/>
            </a:r>
            <a:endParaRPr>
              <a:solidFill>
                <a:schemeClr val="dk1"/>
              </a:solidFill>
            </a:endParaRPr>
          </a:p>
          <a:p>
            <a:pPr indent="0" lvl="0" marL="457200" rtl="0" algn="l">
              <a:spcBef>
                <a:spcPts val="840"/>
              </a:spcBef>
              <a:spcAft>
                <a:spcPts val="0"/>
              </a:spcAft>
              <a:buClr>
                <a:schemeClr val="dk1"/>
              </a:buClr>
              <a:buSzPts val="1400"/>
              <a:buFont typeface="Arial"/>
              <a:buNone/>
            </a:pPr>
            <a:r>
              <a:t/>
            </a:r>
            <a:endParaRPr>
              <a:solidFill>
                <a:schemeClr val="dk1"/>
              </a:solidFill>
            </a:endParaRPr>
          </a:p>
          <a:p>
            <a:pPr indent="0" lvl="0" marL="457200" marR="0" rtl="0" algn="l">
              <a:lnSpc>
                <a:spcPct val="100000"/>
              </a:lnSpc>
              <a:spcBef>
                <a:spcPts val="840"/>
              </a:spcBef>
              <a:spcAft>
                <a:spcPts val="0"/>
              </a:spcAft>
              <a:buClr>
                <a:srgbClr val="000000"/>
              </a:buClr>
              <a:buSzPts val="1400"/>
              <a:buFont typeface="Arial"/>
              <a:buNone/>
            </a:pPr>
            <a:r>
              <a:t/>
            </a:r>
            <a:endParaRPr/>
          </a:p>
        </p:txBody>
      </p:sp>
      <p:graphicFrame>
        <p:nvGraphicFramePr>
          <p:cNvPr id="457" name="Google Shape;457;p56"/>
          <p:cNvGraphicFramePr/>
          <p:nvPr/>
        </p:nvGraphicFramePr>
        <p:xfrm>
          <a:off x="2385650" y="2264513"/>
          <a:ext cx="3000000" cy="3000000"/>
        </p:xfrm>
        <a:graphic>
          <a:graphicData uri="http://schemas.openxmlformats.org/drawingml/2006/table">
            <a:tbl>
              <a:tblPr>
                <a:noFill/>
                <a:tableStyleId>{BF136021-7255-42B7-A7E7-87A8D8FFE9CA}</a:tableStyleId>
              </a:tblPr>
              <a:tblGrid>
                <a:gridCol w="5903875"/>
              </a:tblGrid>
              <a:tr h="2513700">
                <a:tc>
                  <a:txBody>
                    <a:bodyPr/>
                    <a:lstStyle/>
                    <a:p>
                      <a:pPr indent="0" lvl="0" marL="0" rtl="0" algn="l">
                        <a:spcBef>
                          <a:spcPts val="0"/>
                        </a:spcBef>
                        <a:spcAft>
                          <a:spcPts val="0"/>
                        </a:spcAft>
                        <a:buNone/>
                      </a:pPr>
                      <a:r>
                        <a:rPr lang="es-ES" sz="900">
                          <a:solidFill>
                            <a:srgbClr val="4F81BD"/>
                          </a:solidFill>
                          <a:latin typeface="Calibri"/>
                          <a:ea typeface="Calibri"/>
                          <a:cs typeface="Calibri"/>
                          <a:sym typeface="Calibri"/>
                        </a:rPr>
                        <a:t>@page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@inject ec.edu.monster.Servicios.EstadoAplicacion EstadoApp</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@inject ec.edu.monster.Servicios.FabricaEstrategiaBackend Fabrica</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@inject NavigationManager NavManager</a:t>
                      </a:r>
                      <a:endParaRPr sz="900">
                        <a:solidFill>
                          <a:srgbClr val="4F81BD"/>
                        </a:solidFill>
                        <a:latin typeface="Calibri"/>
                        <a:ea typeface="Calibri"/>
                        <a:cs typeface="Calibri"/>
                        <a:sym typeface="Calibri"/>
                      </a:endParaRPr>
                    </a:p>
                    <a:p>
                      <a:pPr indent="0" lvl="0" marL="0" rtl="0" algn="l">
                        <a:spcBef>
                          <a:spcPts val="0"/>
                        </a:spcBef>
                        <a:spcAft>
                          <a:spcPts val="0"/>
                        </a:spcAft>
                        <a:buNone/>
                      </a:pPr>
                      <a:r>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&lt;div class="espe-background"&gt;</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&lt;div class="espe-card" style="width: 800px;"&gt;</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&lt;div class="row g-0"&gt;</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&lt;div class="col-md-6" style="background-color: #f8f9fa;"&gt;</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&lt;img src="/sullivan_computer.jpg" class="img-fluid" style="height: 100%; object-fit: cover;" alt="Imagen Login" /&gt;</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&lt;/div&gt;</a:t>
                      </a:r>
                      <a:endParaRPr sz="900">
                        <a:solidFill>
                          <a:srgbClr val="4F81BD"/>
                        </a:solidFill>
                        <a:latin typeface="Calibri"/>
                        <a:ea typeface="Calibri"/>
                        <a:cs typeface="Calibri"/>
                        <a:sym typeface="Calibri"/>
                      </a:endParaRPr>
                    </a:p>
                    <a:p>
                      <a:pPr indent="0" lvl="0" marL="0" rtl="0" algn="l">
                        <a:spcBef>
                          <a:spcPts val="0"/>
                        </a:spcBef>
                        <a:spcAft>
                          <a:spcPts val="0"/>
                        </a:spcAft>
                        <a:buNone/>
                      </a:pPr>
                      <a:r>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&lt;div class="col-md-6 p-5 d-flex flex-column justify-content-center"&gt;</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&lt;div class="text-center mb-4"&gt;</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&lt;h4 style="color: #0F4770;"&gt;Sistema de Conversión de Unidades&lt;/h4&gt;</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&lt;small class="text-secondary"&gt;GRUPO #5&lt;/small&gt;</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&lt;/div&gt;</a:t>
                      </a:r>
                      <a:endParaRPr sz="900">
                        <a:solidFill>
                          <a:srgbClr val="4F81BD"/>
                        </a:solidFill>
                        <a:latin typeface="Calibri"/>
                        <a:ea typeface="Calibri"/>
                        <a:cs typeface="Calibri"/>
                        <a:sym typeface="Calibri"/>
                      </a:endParaRPr>
                    </a:p>
                    <a:p>
                      <a:pPr indent="0" lvl="0" marL="0" rtl="0" algn="l">
                        <a:spcBef>
                          <a:spcPts val="0"/>
                        </a:spcBef>
                        <a:spcAft>
                          <a:spcPts val="0"/>
                        </a:spcAft>
                        <a:buNone/>
                      </a:pPr>
                      <a:r>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txBody>
                  <a:tcPr marT="63500" marB="63500" marR="63500" marL="63500"/>
                </a:tc>
              </a:tr>
            </a:tbl>
          </a:graphicData>
        </a:graphic>
      </p:graphicFrame>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1" name="Shape 461"/>
        <p:cNvGrpSpPr/>
        <p:nvPr/>
      </p:nvGrpSpPr>
      <p:grpSpPr>
        <a:xfrm>
          <a:off x="0" y="0"/>
          <a:ext cx="0" cy="0"/>
          <a:chOff x="0" y="0"/>
          <a:chExt cx="0" cy="0"/>
        </a:xfrm>
      </p:grpSpPr>
      <p:sp>
        <p:nvSpPr>
          <p:cNvPr id="462" name="Google Shape;462;p57"/>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463" name="Google Shape;463;p57"/>
          <p:cNvSpPr txBox="1"/>
          <p:nvPr>
            <p:ph idx="1" type="body"/>
          </p:nvPr>
        </p:nvSpPr>
        <p:spPr>
          <a:xfrm>
            <a:off x="122575" y="2429475"/>
            <a:ext cx="1643700" cy="3877800"/>
          </a:xfrm>
          <a:prstGeom prst="rect">
            <a:avLst/>
          </a:prstGeom>
          <a:noFill/>
          <a:ln>
            <a:noFill/>
          </a:ln>
        </p:spPr>
        <p:txBody>
          <a:bodyPr anchorCtr="0" anchor="ctr" bIns="45700" lIns="91425" spcFirstLastPara="1" rIns="91425" wrap="square" tIns="45700">
            <a:normAutofit/>
          </a:bodyPr>
          <a:lstStyle/>
          <a:p>
            <a:pPr indent="-327406" lvl="0" marL="457200" rtl="0" algn="l">
              <a:lnSpc>
                <a:spcPct val="150000"/>
              </a:lnSpc>
              <a:spcBef>
                <a:spcPts val="0"/>
              </a:spcBef>
              <a:spcAft>
                <a:spcPts val="0"/>
              </a:spcAft>
              <a:buSzPts val="1556"/>
              <a:buChar char="∙"/>
            </a:pPr>
            <a:r>
              <a:rPr lang="es-ES" sz="1100">
                <a:solidFill>
                  <a:schemeClr val="dk1"/>
                </a:solidFill>
                <a:latin typeface="Calibri"/>
                <a:ea typeface="Calibri"/>
                <a:cs typeface="Calibri"/>
                <a:sym typeface="Calibri"/>
              </a:rPr>
              <a:t>A continuación se detallarán las clases principales con su código fuente.</a:t>
            </a:r>
            <a:endParaRPr sz="1100">
              <a:solidFill>
                <a:schemeClr val="dk1"/>
              </a:solidFill>
              <a:latin typeface="Calibri"/>
              <a:ea typeface="Calibri"/>
              <a:cs typeface="Calibri"/>
              <a:sym typeface="Calibri"/>
            </a:endParaRPr>
          </a:p>
          <a:p>
            <a:pPr indent="-304800" lvl="0" marL="457200" rtl="0" algn="just">
              <a:lnSpc>
                <a:spcPct val="107000"/>
              </a:lnSpc>
              <a:spcBef>
                <a:spcPts val="0"/>
              </a:spcBef>
              <a:spcAft>
                <a:spcPts val="0"/>
              </a:spcAft>
              <a:buSzPts val="1200"/>
              <a:buFont typeface="Cambria"/>
              <a:buChar char="∙"/>
            </a:pPr>
            <a:r>
              <a:t/>
            </a:r>
            <a:endParaRPr sz="1200">
              <a:latin typeface="Cambria"/>
              <a:ea typeface="Cambria"/>
              <a:cs typeface="Cambria"/>
              <a:sym typeface="Cambria"/>
            </a:endParaRPr>
          </a:p>
        </p:txBody>
      </p:sp>
      <p:sp>
        <p:nvSpPr>
          <p:cNvPr id="464" name="Google Shape;464;p57"/>
          <p:cNvSpPr/>
          <p:nvPr/>
        </p:nvSpPr>
        <p:spPr>
          <a:xfrm>
            <a:off x="9383697" y="0"/>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chemeClr val="dk1"/>
              </a:buClr>
              <a:buSzPts val="1400"/>
              <a:buFont typeface="Arial"/>
              <a:buNone/>
            </a:pPr>
            <a:r>
              <a:t/>
            </a:r>
            <a:endParaRPr>
              <a:solidFill>
                <a:schemeClr val="dk1"/>
              </a:solidFill>
            </a:endParaRPr>
          </a:p>
          <a:p>
            <a:pPr indent="-306000" lvl="0" marL="306000" rtl="0" algn="l">
              <a:spcBef>
                <a:spcPts val="840"/>
              </a:spcBef>
              <a:spcAft>
                <a:spcPts val="0"/>
              </a:spcAft>
              <a:buClr>
                <a:schemeClr val="accent2"/>
              </a:buClr>
              <a:buSzPts val="1104"/>
              <a:buFont typeface="Noto Sans Symbols"/>
              <a:buChar char="◼"/>
            </a:pPr>
            <a:r>
              <a:rPr b="1" lang="es-ES" sz="1200">
                <a:solidFill>
                  <a:srgbClr val="FFFF00"/>
                </a:solidFill>
                <a:latin typeface="Gill Sans"/>
                <a:ea typeface="Gill Sans"/>
                <a:cs typeface="Gill Sans"/>
                <a:sym typeface="Gill Sans"/>
              </a:rPr>
              <a:t>DESARROLLO</a:t>
            </a:r>
            <a:endParaRPr>
              <a:solidFill>
                <a:schemeClr val="dk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SERVIDOR RESTful</a:t>
            </a:r>
            <a:endParaRPr>
              <a:solidFill>
                <a:schemeClr val="lt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12096" lvl="1" marL="763200" rtl="0" algn="l">
              <a:spcBef>
                <a:spcPts val="840"/>
              </a:spcBef>
              <a:spcAft>
                <a:spcPts val="0"/>
              </a:spcAft>
              <a:buClr>
                <a:srgbClr val="FFFF00"/>
              </a:buClr>
              <a:buSzPts val="1200"/>
              <a:buFont typeface="Gill Sans"/>
              <a:buChar char="◼"/>
            </a:pPr>
            <a:r>
              <a:rPr b="1" lang="es-ES" sz="1200">
                <a:solidFill>
                  <a:srgbClr val="FFFF00"/>
                </a:solidFill>
                <a:latin typeface="Gill Sans"/>
                <a:ea typeface="Gill Sans"/>
                <a:cs typeface="Gill Sans"/>
                <a:sym typeface="Gill Sans"/>
              </a:rPr>
              <a:t>CREACIÓN DEL PROYECTO MAUI</a:t>
            </a:r>
            <a:endParaRPr b="1" sz="1200">
              <a:solidFill>
                <a:srgbClr val="FFFF00"/>
              </a:solidFill>
              <a:latin typeface="Gill Sans"/>
              <a:ea typeface="Gill Sans"/>
              <a:cs typeface="Gill Sans"/>
              <a:sym typeface="Gill Sans"/>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solidFill>
                <a:schemeClr val="dk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solidFill>
                <a:schemeClr val="dk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MOVIL</a:t>
            </a:r>
            <a:endParaRPr>
              <a:solidFill>
                <a:schemeClr val="dk1"/>
              </a:solidFill>
            </a:endParaRPr>
          </a:p>
          <a:p>
            <a:pPr indent="-306000" lvl="0" marL="3060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CONCLUSIONES</a:t>
            </a:r>
            <a:endParaRPr>
              <a:solidFill>
                <a:schemeClr val="dk1"/>
              </a:solidFill>
            </a:endParaRPr>
          </a:p>
          <a:p>
            <a:pPr indent="-306000" lvl="0" marL="3060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RECOMENDACIONES</a:t>
            </a:r>
            <a:endParaRPr>
              <a:solidFill>
                <a:schemeClr val="dk1"/>
              </a:solidFill>
            </a:endParaRPr>
          </a:p>
          <a:p>
            <a:pPr indent="0" lvl="0" marL="457200" rtl="0" algn="l">
              <a:spcBef>
                <a:spcPts val="840"/>
              </a:spcBef>
              <a:spcAft>
                <a:spcPts val="0"/>
              </a:spcAft>
              <a:buClr>
                <a:schemeClr val="dk1"/>
              </a:buClr>
              <a:buSzPts val="1400"/>
              <a:buFont typeface="Arial"/>
              <a:buNone/>
            </a:pPr>
            <a:r>
              <a:t/>
            </a:r>
            <a:endParaRPr>
              <a:solidFill>
                <a:schemeClr val="dk1"/>
              </a:solidFill>
            </a:endParaRPr>
          </a:p>
          <a:p>
            <a:pPr indent="0" lvl="0" marL="457200" rtl="0" algn="l">
              <a:spcBef>
                <a:spcPts val="840"/>
              </a:spcBef>
              <a:spcAft>
                <a:spcPts val="0"/>
              </a:spcAft>
              <a:buClr>
                <a:schemeClr val="dk1"/>
              </a:buClr>
              <a:buSzPts val="1400"/>
              <a:buFont typeface="Arial"/>
              <a:buNone/>
            </a:pPr>
            <a:r>
              <a:t/>
            </a:r>
            <a:endParaRPr>
              <a:solidFill>
                <a:schemeClr val="dk1"/>
              </a:solidFill>
            </a:endParaRPr>
          </a:p>
          <a:p>
            <a:pPr indent="0" lvl="0" marL="457200" rtl="0" algn="l">
              <a:spcBef>
                <a:spcPts val="840"/>
              </a:spcBef>
              <a:spcAft>
                <a:spcPts val="0"/>
              </a:spcAft>
              <a:buClr>
                <a:schemeClr val="dk1"/>
              </a:buClr>
              <a:buSzPts val="1400"/>
              <a:buFont typeface="Arial"/>
              <a:buNone/>
            </a:pPr>
            <a:r>
              <a:t/>
            </a:r>
            <a:endParaRPr>
              <a:solidFill>
                <a:schemeClr val="dk1"/>
              </a:solidFill>
            </a:endParaRPr>
          </a:p>
          <a:p>
            <a:pPr indent="0" lvl="0" marL="457200" marR="0" rtl="0" algn="l">
              <a:lnSpc>
                <a:spcPct val="100000"/>
              </a:lnSpc>
              <a:spcBef>
                <a:spcPts val="840"/>
              </a:spcBef>
              <a:spcAft>
                <a:spcPts val="0"/>
              </a:spcAft>
              <a:buClr>
                <a:srgbClr val="000000"/>
              </a:buClr>
              <a:buSzPts val="1400"/>
              <a:buFont typeface="Arial"/>
              <a:buNone/>
            </a:pPr>
            <a:r>
              <a:t/>
            </a:r>
            <a:endParaRPr/>
          </a:p>
        </p:txBody>
      </p:sp>
      <p:graphicFrame>
        <p:nvGraphicFramePr>
          <p:cNvPr id="465" name="Google Shape;465;p57"/>
          <p:cNvGraphicFramePr/>
          <p:nvPr/>
        </p:nvGraphicFramePr>
        <p:xfrm>
          <a:off x="2445175" y="2026388"/>
          <a:ext cx="3000000" cy="3000000"/>
        </p:xfrm>
        <a:graphic>
          <a:graphicData uri="http://schemas.openxmlformats.org/drawingml/2006/table">
            <a:tbl>
              <a:tblPr>
                <a:noFill/>
                <a:tableStyleId>{BF136021-7255-42B7-A7E7-87A8D8FFE9CA}</a:tableStyleId>
              </a:tblPr>
              <a:tblGrid>
                <a:gridCol w="5903875"/>
              </a:tblGrid>
              <a:tr h="2513700">
                <a:tc>
                  <a:txBody>
                    <a:bodyPr/>
                    <a:lstStyle/>
                    <a:p>
                      <a:pPr indent="0" lvl="0" marL="0" rtl="0" algn="l">
                        <a:spcBef>
                          <a:spcPts val="0"/>
                        </a:spcBef>
                        <a:spcAft>
                          <a:spcPts val="0"/>
                        </a:spcAft>
                        <a:buNone/>
                      </a:pPr>
                      <a:r>
                        <a:rPr lang="es-ES" sz="900">
                          <a:solidFill>
                            <a:srgbClr val="4F81BD"/>
                          </a:solidFill>
                          <a:latin typeface="Calibri"/>
                          <a:ea typeface="Calibri"/>
                          <a:cs typeface="Calibri"/>
                          <a:sym typeface="Calibri"/>
                        </a:rPr>
                        <a:t> &lt;div class="mb-4 p-3 rounded" style="background-color: #e0f2f1; border-left: 4px solid #0F4770;"&gt;</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&lt;label class="fw-bold text-secondary mb-1" style="font-size: 0.85rem;"&gt;ENTORNO DE CONEXIÓN&lt;/label&gt;</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&lt;select class="form-select espe-form-control bg-transparent border-0 border-bottom fw-bold"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style="color: #0F4770; box-shadow: none;"</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@bind:get="EstadoApp.BackendActual"</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@bind:set="(value) =&gt; EstadoApp.EstablecerBackend(value)"&gt;</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@foreach (var backend in Enum.GetValues&lt;ec.edu.monster.Modelos.TipoBackend&gt;())</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&lt;option value="@backend"&gt;@backend.ToString()&lt;/option&gt;</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&lt;/select&gt;</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&lt;/div&gt;</a:t>
                      </a:r>
                      <a:endParaRPr sz="900">
                        <a:solidFill>
                          <a:srgbClr val="4F81BD"/>
                        </a:solidFill>
                        <a:latin typeface="Calibri"/>
                        <a:ea typeface="Calibri"/>
                        <a:cs typeface="Calibri"/>
                        <a:sym typeface="Calibri"/>
                      </a:endParaRPr>
                    </a:p>
                    <a:p>
                      <a:pPr indent="0" lvl="0" marL="0" rtl="0" algn="l">
                        <a:spcBef>
                          <a:spcPts val="0"/>
                        </a:spcBef>
                        <a:spcAft>
                          <a:spcPts val="0"/>
                        </a:spcAft>
                        <a:buNone/>
                      </a:pPr>
                      <a:r>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&lt;div class="mb-3"&gt;</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&lt;label&gt;Usuario&lt;/label&gt;</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&lt;input type="text" class="form-control espe-form-control" @bind="usuario" /&gt;</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&lt;/div&gt;</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&lt;div class="mb-4"&gt;</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&lt;label&gt;Contraseña&lt;/label&gt;</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&lt;input type="password" class="form-control espe-form-control" @bind="contrasenia" /&gt;</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&lt;/div&gt;</a:t>
                      </a:r>
                      <a:endParaRPr sz="900">
                        <a:solidFill>
                          <a:srgbClr val="4F81BD"/>
                        </a:solidFill>
                        <a:latin typeface="Calibri"/>
                        <a:ea typeface="Calibri"/>
                        <a:cs typeface="Calibri"/>
                        <a:sym typeface="Calibri"/>
                      </a:endParaRPr>
                    </a:p>
                    <a:p>
                      <a:pPr indent="0" lvl="0" marL="0" rtl="0" algn="l">
                        <a:spcBef>
                          <a:spcPts val="0"/>
                        </a:spcBef>
                        <a:spcAft>
                          <a:spcPts val="0"/>
                        </a:spcAft>
                        <a:buNone/>
                      </a:pPr>
                      <a:r>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&lt;button class="btn espe-btn-primary w-100" @onclick="HacerLogin"&gt;Iniciar sesión&lt;/button&gt;</a:t>
                      </a:r>
                      <a:endParaRPr sz="900">
                        <a:solidFill>
                          <a:srgbClr val="4F81BD"/>
                        </a:solidFill>
                        <a:latin typeface="Calibri"/>
                        <a:ea typeface="Calibri"/>
                        <a:cs typeface="Calibri"/>
                        <a:sym typeface="Calibri"/>
                      </a:endParaRPr>
                    </a:p>
                    <a:p>
                      <a:pPr indent="0" lvl="0" marL="0" rtl="0" algn="l">
                        <a:spcBef>
                          <a:spcPts val="0"/>
                        </a:spcBef>
                        <a:spcAft>
                          <a:spcPts val="0"/>
                        </a:spcAft>
                        <a:buNone/>
                      </a:pPr>
                      <a:r>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@if (!string.IsNullOrEmpty(EstadoApp.TokenActual))</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&lt;div class="alert alert-success mt-3 p-2 text-center" style="font-size: 0.8em; overflow-wrap: break-word;"&gt;</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Token obtenido correctamente</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&lt;/div&gt;</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txBody>
                  <a:tcPr marT="63500" marB="63500" marR="63500" marL="63500"/>
                </a:tc>
              </a:tr>
            </a:tbl>
          </a:graphicData>
        </a:graphic>
      </p:graphicFrame>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9" name="Shape 469"/>
        <p:cNvGrpSpPr/>
        <p:nvPr/>
      </p:nvGrpSpPr>
      <p:grpSpPr>
        <a:xfrm>
          <a:off x="0" y="0"/>
          <a:ext cx="0" cy="0"/>
          <a:chOff x="0" y="0"/>
          <a:chExt cx="0" cy="0"/>
        </a:xfrm>
      </p:grpSpPr>
      <p:sp>
        <p:nvSpPr>
          <p:cNvPr id="470" name="Google Shape;470;p58"/>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471" name="Google Shape;471;p58"/>
          <p:cNvSpPr txBox="1"/>
          <p:nvPr>
            <p:ph idx="1" type="body"/>
          </p:nvPr>
        </p:nvSpPr>
        <p:spPr>
          <a:xfrm>
            <a:off x="122575" y="2429475"/>
            <a:ext cx="1643700" cy="3877800"/>
          </a:xfrm>
          <a:prstGeom prst="rect">
            <a:avLst/>
          </a:prstGeom>
          <a:noFill/>
          <a:ln>
            <a:noFill/>
          </a:ln>
        </p:spPr>
        <p:txBody>
          <a:bodyPr anchorCtr="0" anchor="ctr" bIns="45700" lIns="91425" spcFirstLastPara="1" rIns="91425" wrap="square" tIns="45700">
            <a:normAutofit/>
          </a:bodyPr>
          <a:lstStyle/>
          <a:p>
            <a:pPr indent="-327406" lvl="0" marL="457200" rtl="0" algn="l">
              <a:lnSpc>
                <a:spcPct val="150000"/>
              </a:lnSpc>
              <a:spcBef>
                <a:spcPts val="0"/>
              </a:spcBef>
              <a:spcAft>
                <a:spcPts val="0"/>
              </a:spcAft>
              <a:buSzPts val="1556"/>
              <a:buChar char="∙"/>
            </a:pPr>
            <a:r>
              <a:rPr lang="es-ES" sz="1100">
                <a:solidFill>
                  <a:schemeClr val="dk1"/>
                </a:solidFill>
                <a:latin typeface="Calibri"/>
                <a:ea typeface="Calibri"/>
                <a:cs typeface="Calibri"/>
                <a:sym typeface="Calibri"/>
              </a:rPr>
              <a:t>A continuación se detallarán las clases principales con su código fuente.</a:t>
            </a:r>
            <a:endParaRPr sz="1100">
              <a:solidFill>
                <a:schemeClr val="dk1"/>
              </a:solidFill>
              <a:latin typeface="Calibri"/>
              <a:ea typeface="Calibri"/>
              <a:cs typeface="Calibri"/>
              <a:sym typeface="Calibri"/>
            </a:endParaRPr>
          </a:p>
          <a:p>
            <a:pPr indent="-304800" lvl="0" marL="457200" rtl="0" algn="just">
              <a:lnSpc>
                <a:spcPct val="107000"/>
              </a:lnSpc>
              <a:spcBef>
                <a:spcPts val="0"/>
              </a:spcBef>
              <a:spcAft>
                <a:spcPts val="0"/>
              </a:spcAft>
              <a:buSzPts val="1200"/>
              <a:buFont typeface="Cambria"/>
              <a:buChar char="∙"/>
            </a:pPr>
            <a:r>
              <a:t/>
            </a:r>
            <a:endParaRPr sz="1200">
              <a:latin typeface="Cambria"/>
              <a:ea typeface="Cambria"/>
              <a:cs typeface="Cambria"/>
              <a:sym typeface="Cambria"/>
            </a:endParaRPr>
          </a:p>
        </p:txBody>
      </p:sp>
      <p:sp>
        <p:nvSpPr>
          <p:cNvPr id="472" name="Google Shape;472;p58"/>
          <p:cNvSpPr/>
          <p:nvPr/>
        </p:nvSpPr>
        <p:spPr>
          <a:xfrm>
            <a:off x="9383697" y="0"/>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chemeClr val="dk1"/>
              </a:buClr>
              <a:buSzPts val="1400"/>
              <a:buFont typeface="Arial"/>
              <a:buNone/>
            </a:pPr>
            <a:r>
              <a:t/>
            </a:r>
            <a:endParaRPr>
              <a:solidFill>
                <a:schemeClr val="dk1"/>
              </a:solidFill>
            </a:endParaRPr>
          </a:p>
          <a:p>
            <a:pPr indent="-306000" lvl="0" marL="306000" rtl="0" algn="l">
              <a:spcBef>
                <a:spcPts val="840"/>
              </a:spcBef>
              <a:spcAft>
                <a:spcPts val="0"/>
              </a:spcAft>
              <a:buClr>
                <a:schemeClr val="accent2"/>
              </a:buClr>
              <a:buSzPts val="1104"/>
              <a:buFont typeface="Noto Sans Symbols"/>
              <a:buChar char="◼"/>
            </a:pPr>
            <a:r>
              <a:rPr b="1" lang="es-ES" sz="1200">
                <a:solidFill>
                  <a:srgbClr val="FFFF00"/>
                </a:solidFill>
                <a:latin typeface="Gill Sans"/>
                <a:ea typeface="Gill Sans"/>
                <a:cs typeface="Gill Sans"/>
                <a:sym typeface="Gill Sans"/>
              </a:rPr>
              <a:t>DESARROLLO</a:t>
            </a:r>
            <a:endParaRPr>
              <a:solidFill>
                <a:schemeClr val="dk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SERVIDOR RESTful</a:t>
            </a:r>
            <a:endParaRPr>
              <a:solidFill>
                <a:schemeClr val="lt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12096" lvl="1" marL="763200" rtl="0" algn="l">
              <a:spcBef>
                <a:spcPts val="840"/>
              </a:spcBef>
              <a:spcAft>
                <a:spcPts val="0"/>
              </a:spcAft>
              <a:buClr>
                <a:srgbClr val="FFFF00"/>
              </a:buClr>
              <a:buSzPts val="1200"/>
              <a:buFont typeface="Gill Sans"/>
              <a:buChar char="◼"/>
            </a:pPr>
            <a:r>
              <a:rPr b="1" lang="es-ES" sz="1200">
                <a:solidFill>
                  <a:srgbClr val="FFFF00"/>
                </a:solidFill>
                <a:latin typeface="Gill Sans"/>
                <a:ea typeface="Gill Sans"/>
                <a:cs typeface="Gill Sans"/>
                <a:sym typeface="Gill Sans"/>
              </a:rPr>
              <a:t>CREACIÓN DEL PROYECTO MAUI</a:t>
            </a:r>
            <a:endParaRPr b="1" sz="1200">
              <a:solidFill>
                <a:srgbClr val="FFFF00"/>
              </a:solidFill>
              <a:latin typeface="Gill Sans"/>
              <a:ea typeface="Gill Sans"/>
              <a:cs typeface="Gill Sans"/>
              <a:sym typeface="Gill Sans"/>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solidFill>
                <a:schemeClr val="dk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solidFill>
                <a:schemeClr val="dk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MOVIL</a:t>
            </a:r>
            <a:endParaRPr>
              <a:solidFill>
                <a:schemeClr val="dk1"/>
              </a:solidFill>
            </a:endParaRPr>
          </a:p>
          <a:p>
            <a:pPr indent="-306000" lvl="0" marL="3060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CONCLUSIONES</a:t>
            </a:r>
            <a:endParaRPr>
              <a:solidFill>
                <a:schemeClr val="dk1"/>
              </a:solidFill>
            </a:endParaRPr>
          </a:p>
          <a:p>
            <a:pPr indent="-306000" lvl="0" marL="3060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RECOMENDACIONES</a:t>
            </a:r>
            <a:endParaRPr>
              <a:solidFill>
                <a:schemeClr val="dk1"/>
              </a:solidFill>
            </a:endParaRPr>
          </a:p>
          <a:p>
            <a:pPr indent="0" lvl="0" marL="457200" rtl="0" algn="l">
              <a:spcBef>
                <a:spcPts val="840"/>
              </a:spcBef>
              <a:spcAft>
                <a:spcPts val="0"/>
              </a:spcAft>
              <a:buClr>
                <a:schemeClr val="dk1"/>
              </a:buClr>
              <a:buSzPts val="1400"/>
              <a:buFont typeface="Arial"/>
              <a:buNone/>
            </a:pPr>
            <a:r>
              <a:t/>
            </a:r>
            <a:endParaRPr>
              <a:solidFill>
                <a:schemeClr val="dk1"/>
              </a:solidFill>
            </a:endParaRPr>
          </a:p>
          <a:p>
            <a:pPr indent="0" lvl="0" marL="457200" rtl="0" algn="l">
              <a:spcBef>
                <a:spcPts val="840"/>
              </a:spcBef>
              <a:spcAft>
                <a:spcPts val="0"/>
              </a:spcAft>
              <a:buClr>
                <a:schemeClr val="dk1"/>
              </a:buClr>
              <a:buSzPts val="1400"/>
              <a:buFont typeface="Arial"/>
              <a:buNone/>
            </a:pPr>
            <a:r>
              <a:t/>
            </a:r>
            <a:endParaRPr>
              <a:solidFill>
                <a:schemeClr val="dk1"/>
              </a:solidFill>
            </a:endParaRPr>
          </a:p>
          <a:p>
            <a:pPr indent="0" lvl="0" marL="457200" rtl="0" algn="l">
              <a:spcBef>
                <a:spcPts val="840"/>
              </a:spcBef>
              <a:spcAft>
                <a:spcPts val="0"/>
              </a:spcAft>
              <a:buClr>
                <a:schemeClr val="dk1"/>
              </a:buClr>
              <a:buSzPts val="1400"/>
              <a:buFont typeface="Arial"/>
              <a:buNone/>
            </a:pPr>
            <a:r>
              <a:t/>
            </a:r>
            <a:endParaRPr>
              <a:solidFill>
                <a:schemeClr val="dk1"/>
              </a:solidFill>
            </a:endParaRPr>
          </a:p>
          <a:p>
            <a:pPr indent="0" lvl="0" marL="457200" marR="0" rtl="0" algn="l">
              <a:lnSpc>
                <a:spcPct val="100000"/>
              </a:lnSpc>
              <a:spcBef>
                <a:spcPts val="840"/>
              </a:spcBef>
              <a:spcAft>
                <a:spcPts val="0"/>
              </a:spcAft>
              <a:buClr>
                <a:srgbClr val="000000"/>
              </a:buClr>
              <a:buSzPts val="1400"/>
              <a:buFont typeface="Arial"/>
              <a:buNone/>
            </a:pPr>
            <a:r>
              <a:t/>
            </a:r>
            <a:endParaRPr/>
          </a:p>
        </p:txBody>
      </p:sp>
      <p:graphicFrame>
        <p:nvGraphicFramePr>
          <p:cNvPr id="473" name="Google Shape;473;p58"/>
          <p:cNvGraphicFramePr/>
          <p:nvPr/>
        </p:nvGraphicFramePr>
        <p:xfrm>
          <a:off x="2332838" y="1771213"/>
          <a:ext cx="3000000" cy="3000000"/>
        </p:xfrm>
        <a:graphic>
          <a:graphicData uri="http://schemas.openxmlformats.org/drawingml/2006/table">
            <a:tbl>
              <a:tblPr>
                <a:noFill/>
                <a:tableStyleId>{BF136021-7255-42B7-A7E7-87A8D8FFE9CA}</a:tableStyleId>
              </a:tblPr>
              <a:tblGrid>
                <a:gridCol w="6484300"/>
              </a:tblGrid>
              <a:tr h="4509700">
                <a:tc>
                  <a:txBody>
                    <a:bodyPr/>
                    <a:lstStyle/>
                    <a:p>
                      <a:pPr indent="0" lvl="0" marL="0" rtl="0" algn="l">
                        <a:spcBef>
                          <a:spcPts val="0"/>
                        </a:spcBef>
                        <a:spcAft>
                          <a:spcPts val="0"/>
                        </a:spcAft>
                        <a:buNone/>
                      </a:pPr>
                      <a:r>
                        <a:rPr lang="es-ES" sz="900">
                          <a:solidFill>
                            <a:srgbClr val="4F81BD"/>
                          </a:solidFill>
                          <a:latin typeface="Calibri"/>
                          <a:ea typeface="Calibri"/>
                          <a:cs typeface="Calibri"/>
                          <a:sym typeface="Calibri"/>
                        </a:rPr>
                        <a:t> @if (!string.IsNullOrEmpty(mensajeErrorLogin))</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&lt;div class="alert alert-danger mt-3 p-2 text-center" style="font-size: 0.8em;"&gt;@mensajeErrorLogin&lt;/div&gt;</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indent="0" lvl="0" marL="0" rtl="0" algn="l">
                        <a:spcBef>
                          <a:spcPts val="0"/>
                        </a:spcBef>
                        <a:spcAft>
                          <a:spcPts val="0"/>
                        </a:spcAft>
                        <a:buNone/>
                      </a:pPr>
                      <a:r>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&lt;div class="text-center mt-4"&gt;</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&lt;small class="text-info" style="font-size: 0.8rem;"&gt;Servidor web listo para conexiones.&lt;/small&gt;</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&lt;/div&gt;</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&lt;/div&gt;</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&lt;/div&gt;</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&lt;/div&gt;</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&lt;/div&gt;</a:t>
                      </a:r>
                      <a:endParaRPr sz="900">
                        <a:solidFill>
                          <a:srgbClr val="4F81BD"/>
                        </a:solidFill>
                        <a:latin typeface="Calibri"/>
                        <a:ea typeface="Calibri"/>
                        <a:cs typeface="Calibri"/>
                        <a:sym typeface="Calibri"/>
                      </a:endParaRPr>
                    </a:p>
                    <a:p>
                      <a:pPr indent="0" lvl="0" marL="0" rtl="0" algn="l">
                        <a:spcBef>
                          <a:spcPts val="0"/>
                        </a:spcBef>
                        <a:spcAft>
                          <a:spcPts val="0"/>
                        </a:spcAft>
                        <a:buNone/>
                      </a:pPr>
                      <a:r>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@code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private string usuario = "Monster";</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private string contrasenia = "Monster9";</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private string mensajeErrorLogin = "";</a:t>
                      </a:r>
                      <a:endParaRPr sz="900">
                        <a:solidFill>
                          <a:srgbClr val="4F81BD"/>
                        </a:solidFill>
                        <a:latin typeface="Calibri"/>
                        <a:ea typeface="Calibri"/>
                        <a:cs typeface="Calibri"/>
                        <a:sym typeface="Calibri"/>
                      </a:endParaRPr>
                    </a:p>
                    <a:p>
                      <a:pPr indent="0" lvl="0" marL="0" rtl="0" algn="l">
                        <a:spcBef>
                          <a:spcPts val="0"/>
                        </a:spcBef>
                        <a:spcAft>
                          <a:spcPts val="0"/>
                        </a:spcAft>
                        <a:buNone/>
                      </a:pPr>
                      <a:r>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private async Task HacerLogin()</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mensajeErrorLogin =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try</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 patrón Strategy:</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var adaptadorAuth = Fabrica.ObtenerAdaptadorAutenticacion(EstadoApp.BackendActual);</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EstadoApp.TokenActual = await adaptadorAuth.IniciarSesionAsync(usuario, contrasenia);</a:t>
                      </a:r>
                      <a:endParaRPr sz="900">
                        <a:solidFill>
                          <a:srgbClr val="4F81BD"/>
                        </a:solidFill>
                        <a:latin typeface="Calibri"/>
                        <a:ea typeface="Calibri"/>
                        <a:cs typeface="Calibri"/>
                        <a:sym typeface="Calibri"/>
                      </a:endParaRPr>
                    </a:p>
                    <a:p>
                      <a:pPr indent="0" lvl="0" marL="0" rtl="0" algn="l">
                        <a:spcBef>
                          <a:spcPts val="0"/>
                        </a:spcBef>
                        <a:spcAft>
                          <a:spcPts val="0"/>
                        </a:spcAft>
                        <a:buNone/>
                      </a:pPr>
                      <a:r>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if (!string.IsNullOrEmpty(EstadoApp.TokenActual))</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NavManager.NavigateTo("/conversor");</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catch (Exception ex)</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mensajeErrorLogin = ex.Message;</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a:t>
                      </a:r>
                      <a:endParaRPr sz="900">
                        <a:solidFill>
                          <a:srgbClr val="4F81BD"/>
                        </a:solidFill>
                        <a:latin typeface="Calibri"/>
                        <a:ea typeface="Calibri"/>
                        <a:cs typeface="Calibri"/>
                        <a:sym typeface="Calibri"/>
                      </a:endParaRPr>
                    </a:p>
                  </a:txBody>
                  <a:tcPr marT="63500" marB="63500" marR="63500" marL="63500"/>
                </a:tc>
              </a:tr>
            </a:tbl>
          </a:graphicData>
        </a:graphic>
      </p:graphicFrame>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7" name="Shape 477"/>
        <p:cNvGrpSpPr/>
        <p:nvPr/>
      </p:nvGrpSpPr>
      <p:grpSpPr>
        <a:xfrm>
          <a:off x="0" y="0"/>
          <a:ext cx="0" cy="0"/>
          <a:chOff x="0" y="0"/>
          <a:chExt cx="0" cy="0"/>
        </a:xfrm>
      </p:grpSpPr>
      <p:sp>
        <p:nvSpPr>
          <p:cNvPr id="478" name="Google Shape;478;p59"/>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479" name="Google Shape;479;p59"/>
          <p:cNvSpPr txBox="1"/>
          <p:nvPr>
            <p:ph idx="1" type="body"/>
          </p:nvPr>
        </p:nvSpPr>
        <p:spPr>
          <a:xfrm>
            <a:off x="122575" y="2429475"/>
            <a:ext cx="1643700" cy="3877800"/>
          </a:xfrm>
          <a:prstGeom prst="rect">
            <a:avLst/>
          </a:prstGeom>
          <a:noFill/>
          <a:ln>
            <a:noFill/>
          </a:ln>
        </p:spPr>
        <p:txBody>
          <a:bodyPr anchorCtr="0" anchor="ctr" bIns="45700" lIns="91425" spcFirstLastPara="1" rIns="91425" wrap="square" tIns="45700">
            <a:normAutofit/>
          </a:bodyPr>
          <a:lstStyle/>
          <a:p>
            <a:pPr indent="-327406" lvl="0" marL="457200" rtl="0" algn="l">
              <a:lnSpc>
                <a:spcPct val="150000"/>
              </a:lnSpc>
              <a:spcBef>
                <a:spcPts val="0"/>
              </a:spcBef>
              <a:spcAft>
                <a:spcPts val="0"/>
              </a:spcAft>
              <a:buSzPts val="1556"/>
              <a:buChar char="∙"/>
            </a:pPr>
            <a:r>
              <a:rPr lang="es-ES" sz="1100">
                <a:solidFill>
                  <a:schemeClr val="dk1"/>
                </a:solidFill>
                <a:latin typeface="Calibri"/>
                <a:ea typeface="Calibri"/>
                <a:cs typeface="Calibri"/>
                <a:sym typeface="Calibri"/>
              </a:rPr>
              <a:t>A continuación se detallarán las clases principales con su código fuente.</a:t>
            </a:r>
            <a:endParaRPr sz="1100">
              <a:solidFill>
                <a:schemeClr val="dk1"/>
              </a:solidFill>
              <a:latin typeface="Calibri"/>
              <a:ea typeface="Calibri"/>
              <a:cs typeface="Calibri"/>
              <a:sym typeface="Calibri"/>
            </a:endParaRPr>
          </a:p>
          <a:p>
            <a:pPr indent="-304800" lvl="0" marL="457200" rtl="0" algn="just">
              <a:lnSpc>
                <a:spcPct val="107000"/>
              </a:lnSpc>
              <a:spcBef>
                <a:spcPts val="0"/>
              </a:spcBef>
              <a:spcAft>
                <a:spcPts val="0"/>
              </a:spcAft>
              <a:buSzPts val="1200"/>
              <a:buFont typeface="Cambria"/>
              <a:buChar char="∙"/>
            </a:pPr>
            <a:r>
              <a:t/>
            </a:r>
            <a:endParaRPr sz="1200">
              <a:latin typeface="Cambria"/>
              <a:ea typeface="Cambria"/>
              <a:cs typeface="Cambria"/>
              <a:sym typeface="Cambria"/>
            </a:endParaRPr>
          </a:p>
        </p:txBody>
      </p:sp>
      <p:sp>
        <p:nvSpPr>
          <p:cNvPr id="480" name="Google Shape;480;p59"/>
          <p:cNvSpPr/>
          <p:nvPr/>
        </p:nvSpPr>
        <p:spPr>
          <a:xfrm>
            <a:off x="9383697" y="0"/>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chemeClr val="dk1"/>
              </a:buClr>
              <a:buSzPts val="1400"/>
              <a:buFont typeface="Arial"/>
              <a:buNone/>
            </a:pPr>
            <a:r>
              <a:t/>
            </a:r>
            <a:endParaRPr>
              <a:solidFill>
                <a:schemeClr val="dk1"/>
              </a:solidFill>
            </a:endParaRPr>
          </a:p>
          <a:p>
            <a:pPr indent="-306000" lvl="0" marL="306000" rtl="0" algn="l">
              <a:spcBef>
                <a:spcPts val="840"/>
              </a:spcBef>
              <a:spcAft>
                <a:spcPts val="0"/>
              </a:spcAft>
              <a:buClr>
                <a:schemeClr val="accent2"/>
              </a:buClr>
              <a:buSzPts val="1104"/>
              <a:buFont typeface="Noto Sans Symbols"/>
              <a:buChar char="◼"/>
            </a:pPr>
            <a:r>
              <a:rPr b="1" lang="es-ES" sz="1200">
                <a:solidFill>
                  <a:srgbClr val="FFFF00"/>
                </a:solidFill>
                <a:latin typeface="Gill Sans"/>
                <a:ea typeface="Gill Sans"/>
                <a:cs typeface="Gill Sans"/>
                <a:sym typeface="Gill Sans"/>
              </a:rPr>
              <a:t>DESARROLLO</a:t>
            </a:r>
            <a:endParaRPr>
              <a:solidFill>
                <a:schemeClr val="dk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SERVIDOR RESTful</a:t>
            </a:r>
            <a:endParaRPr>
              <a:solidFill>
                <a:schemeClr val="lt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12096" lvl="1" marL="763200" rtl="0" algn="l">
              <a:spcBef>
                <a:spcPts val="840"/>
              </a:spcBef>
              <a:spcAft>
                <a:spcPts val="0"/>
              </a:spcAft>
              <a:buClr>
                <a:srgbClr val="FFFF00"/>
              </a:buClr>
              <a:buSzPts val="1200"/>
              <a:buFont typeface="Gill Sans"/>
              <a:buChar char="◼"/>
            </a:pPr>
            <a:r>
              <a:rPr b="1" lang="es-ES" sz="1200">
                <a:solidFill>
                  <a:srgbClr val="FFFF00"/>
                </a:solidFill>
                <a:latin typeface="Gill Sans"/>
                <a:ea typeface="Gill Sans"/>
                <a:cs typeface="Gill Sans"/>
                <a:sym typeface="Gill Sans"/>
              </a:rPr>
              <a:t>CREACIÓN DEL PROYECTO MAUI</a:t>
            </a:r>
            <a:endParaRPr b="1" sz="1200">
              <a:solidFill>
                <a:srgbClr val="FFFF00"/>
              </a:solidFill>
              <a:latin typeface="Gill Sans"/>
              <a:ea typeface="Gill Sans"/>
              <a:cs typeface="Gill Sans"/>
              <a:sym typeface="Gill Sans"/>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solidFill>
                <a:schemeClr val="dk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solidFill>
                <a:schemeClr val="dk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MOVIL</a:t>
            </a:r>
            <a:endParaRPr>
              <a:solidFill>
                <a:schemeClr val="dk1"/>
              </a:solidFill>
            </a:endParaRPr>
          </a:p>
          <a:p>
            <a:pPr indent="-306000" lvl="0" marL="3060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CONCLUSIONES</a:t>
            </a:r>
            <a:endParaRPr>
              <a:solidFill>
                <a:schemeClr val="dk1"/>
              </a:solidFill>
            </a:endParaRPr>
          </a:p>
          <a:p>
            <a:pPr indent="-306000" lvl="0" marL="3060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RECOMENDACIONES</a:t>
            </a:r>
            <a:endParaRPr>
              <a:solidFill>
                <a:schemeClr val="dk1"/>
              </a:solidFill>
            </a:endParaRPr>
          </a:p>
          <a:p>
            <a:pPr indent="0" lvl="0" marL="457200" rtl="0" algn="l">
              <a:spcBef>
                <a:spcPts val="840"/>
              </a:spcBef>
              <a:spcAft>
                <a:spcPts val="0"/>
              </a:spcAft>
              <a:buClr>
                <a:schemeClr val="dk1"/>
              </a:buClr>
              <a:buSzPts val="1400"/>
              <a:buFont typeface="Arial"/>
              <a:buNone/>
            </a:pPr>
            <a:r>
              <a:t/>
            </a:r>
            <a:endParaRPr>
              <a:solidFill>
                <a:schemeClr val="dk1"/>
              </a:solidFill>
            </a:endParaRPr>
          </a:p>
          <a:p>
            <a:pPr indent="0" lvl="0" marL="457200" rtl="0" algn="l">
              <a:spcBef>
                <a:spcPts val="840"/>
              </a:spcBef>
              <a:spcAft>
                <a:spcPts val="0"/>
              </a:spcAft>
              <a:buClr>
                <a:schemeClr val="dk1"/>
              </a:buClr>
              <a:buSzPts val="1400"/>
              <a:buFont typeface="Arial"/>
              <a:buNone/>
            </a:pPr>
            <a:r>
              <a:t/>
            </a:r>
            <a:endParaRPr>
              <a:solidFill>
                <a:schemeClr val="dk1"/>
              </a:solidFill>
            </a:endParaRPr>
          </a:p>
          <a:p>
            <a:pPr indent="0" lvl="0" marL="457200" rtl="0" algn="l">
              <a:spcBef>
                <a:spcPts val="840"/>
              </a:spcBef>
              <a:spcAft>
                <a:spcPts val="0"/>
              </a:spcAft>
              <a:buClr>
                <a:schemeClr val="dk1"/>
              </a:buClr>
              <a:buSzPts val="1400"/>
              <a:buFont typeface="Arial"/>
              <a:buNone/>
            </a:pPr>
            <a:r>
              <a:t/>
            </a:r>
            <a:endParaRPr>
              <a:solidFill>
                <a:schemeClr val="dk1"/>
              </a:solidFill>
            </a:endParaRPr>
          </a:p>
          <a:p>
            <a:pPr indent="0" lvl="0" marL="457200" marR="0" rtl="0" algn="l">
              <a:lnSpc>
                <a:spcPct val="100000"/>
              </a:lnSpc>
              <a:spcBef>
                <a:spcPts val="840"/>
              </a:spcBef>
              <a:spcAft>
                <a:spcPts val="0"/>
              </a:spcAft>
              <a:buClr>
                <a:srgbClr val="000000"/>
              </a:buClr>
              <a:buSzPts val="1400"/>
              <a:buFont typeface="Arial"/>
              <a:buNone/>
            </a:pPr>
            <a:r>
              <a:t/>
            </a:r>
            <a:endParaRPr/>
          </a:p>
        </p:txBody>
      </p:sp>
      <p:graphicFrame>
        <p:nvGraphicFramePr>
          <p:cNvPr id="481" name="Google Shape;481;p59"/>
          <p:cNvGraphicFramePr/>
          <p:nvPr/>
        </p:nvGraphicFramePr>
        <p:xfrm>
          <a:off x="2332825" y="2024213"/>
          <a:ext cx="3000000" cy="3000000"/>
        </p:xfrm>
        <a:graphic>
          <a:graphicData uri="http://schemas.openxmlformats.org/drawingml/2006/table">
            <a:tbl>
              <a:tblPr>
                <a:noFill/>
                <a:tableStyleId>{BF136021-7255-42B7-A7E7-87A8D8FFE9CA}</a:tableStyleId>
              </a:tblPr>
              <a:tblGrid>
                <a:gridCol w="6484300"/>
              </a:tblGrid>
              <a:tr h="4003675">
                <a:tc>
                  <a:txBody>
                    <a:bodyPr/>
                    <a:lstStyle/>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using System.Text;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using System.Xml.Linq;</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using ec.edu.monster.Interfaces;</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using ec.edu.monster.Modelos;</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namespace ec.edu.monster.Adaptadores;</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public class AdaptadorAutenticacionJavaSoap : IAdaptadorAutenticacion</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public TipoBackend Tipo =&gt; TipoBackend.JavaSoap;</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private readonly HttpClient _httpClient;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public AdaptadorAutenticacionJavaSoap(HttpClient httpClient)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_httpClient = httpClient;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public async Task&lt;string&gt; IniciarSesionAsync(string usuario, string contrasenia)</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txBody>
                  <a:tcPr marT="63500" marB="63500" marR="63500" marL="63500"/>
                </a:tc>
              </a:tr>
            </a:tbl>
          </a:graphicData>
        </a:graphic>
      </p:graphicFrame>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5" name="Shape 485"/>
        <p:cNvGrpSpPr/>
        <p:nvPr/>
      </p:nvGrpSpPr>
      <p:grpSpPr>
        <a:xfrm>
          <a:off x="0" y="0"/>
          <a:ext cx="0" cy="0"/>
          <a:chOff x="0" y="0"/>
          <a:chExt cx="0" cy="0"/>
        </a:xfrm>
      </p:grpSpPr>
      <p:sp>
        <p:nvSpPr>
          <p:cNvPr id="486" name="Google Shape;486;p60"/>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487" name="Google Shape;487;p60"/>
          <p:cNvSpPr txBox="1"/>
          <p:nvPr>
            <p:ph idx="1" type="body"/>
          </p:nvPr>
        </p:nvSpPr>
        <p:spPr>
          <a:xfrm>
            <a:off x="122575" y="2429475"/>
            <a:ext cx="1643700" cy="3877800"/>
          </a:xfrm>
          <a:prstGeom prst="rect">
            <a:avLst/>
          </a:prstGeom>
          <a:noFill/>
          <a:ln>
            <a:noFill/>
          </a:ln>
        </p:spPr>
        <p:txBody>
          <a:bodyPr anchorCtr="0" anchor="ctr" bIns="45700" lIns="91425" spcFirstLastPara="1" rIns="91425" wrap="square" tIns="45700">
            <a:normAutofit/>
          </a:bodyPr>
          <a:lstStyle/>
          <a:p>
            <a:pPr indent="-327406" lvl="0" marL="457200" rtl="0" algn="l">
              <a:lnSpc>
                <a:spcPct val="150000"/>
              </a:lnSpc>
              <a:spcBef>
                <a:spcPts val="0"/>
              </a:spcBef>
              <a:spcAft>
                <a:spcPts val="0"/>
              </a:spcAft>
              <a:buSzPts val="1556"/>
              <a:buChar char="∙"/>
            </a:pPr>
            <a:r>
              <a:rPr lang="es-ES" sz="1100">
                <a:solidFill>
                  <a:schemeClr val="dk1"/>
                </a:solidFill>
                <a:latin typeface="Calibri"/>
                <a:ea typeface="Calibri"/>
                <a:cs typeface="Calibri"/>
                <a:sym typeface="Calibri"/>
              </a:rPr>
              <a:t>A continuación se detallarán las clases principales con su código fuente.</a:t>
            </a:r>
            <a:endParaRPr sz="1100">
              <a:solidFill>
                <a:schemeClr val="dk1"/>
              </a:solidFill>
              <a:latin typeface="Calibri"/>
              <a:ea typeface="Calibri"/>
              <a:cs typeface="Calibri"/>
              <a:sym typeface="Calibri"/>
            </a:endParaRPr>
          </a:p>
          <a:p>
            <a:pPr indent="-304800" lvl="0" marL="457200" rtl="0" algn="just">
              <a:lnSpc>
                <a:spcPct val="107000"/>
              </a:lnSpc>
              <a:spcBef>
                <a:spcPts val="0"/>
              </a:spcBef>
              <a:spcAft>
                <a:spcPts val="0"/>
              </a:spcAft>
              <a:buSzPts val="1200"/>
              <a:buFont typeface="Cambria"/>
              <a:buChar char="∙"/>
            </a:pPr>
            <a:r>
              <a:t/>
            </a:r>
            <a:endParaRPr sz="1200">
              <a:latin typeface="Cambria"/>
              <a:ea typeface="Cambria"/>
              <a:cs typeface="Cambria"/>
              <a:sym typeface="Cambria"/>
            </a:endParaRPr>
          </a:p>
        </p:txBody>
      </p:sp>
      <p:sp>
        <p:nvSpPr>
          <p:cNvPr id="488" name="Google Shape;488;p60"/>
          <p:cNvSpPr/>
          <p:nvPr/>
        </p:nvSpPr>
        <p:spPr>
          <a:xfrm>
            <a:off x="9383697" y="0"/>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chemeClr val="dk1"/>
              </a:buClr>
              <a:buSzPts val="1400"/>
              <a:buFont typeface="Arial"/>
              <a:buNone/>
            </a:pPr>
            <a:r>
              <a:t/>
            </a:r>
            <a:endParaRPr>
              <a:solidFill>
                <a:schemeClr val="dk1"/>
              </a:solidFill>
            </a:endParaRPr>
          </a:p>
          <a:p>
            <a:pPr indent="-306000" lvl="0" marL="306000" rtl="0" algn="l">
              <a:spcBef>
                <a:spcPts val="840"/>
              </a:spcBef>
              <a:spcAft>
                <a:spcPts val="0"/>
              </a:spcAft>
              <a:buClr>
                <a:schemeClr val="accent2"/>
              </a:buClr>
              <a:buSzPts val="1104"/>
              <a:buFont typeface="Noto Sans Symbols"/>
              <a:buChar char="◼"/>
            </a:pPr>
            <a:r>
              <a:rPr b="1" lang="es-ES" sz="1200">
                <a:solidFill>
                  <a:srgbClr val="FFFF00"/>
                </a:solidFill>
                <a:latin typeface="Gill Sans"/>
                <a:ea typeface="Gill Sans"/>
                <a:cs typeface="Gill Sans"/>
                <a:sym typeface="Gill Sans"/>
              </a:rPr>
              <a:t>DESARROLLO</a:t>
            </a:r>
            <a:endParaRPr>
              <a:solidFill>
                <a:schemeClr val="dk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SERVIDOR RESTful</a:t>
            </a:r>
            <a:endParaRPr>
              <a:solidFill>
                <a:schemeClr val="lt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12096" lvl="1" marL="763200" rtl="0" algn="l">
              <a:spcBef>
                <a:spcPts val="840"/>
              </a:spcBef>
              <a:spcAft>
                <a:spcPts val="0"/>
              </a:spcAft>
              <a:buClr>
                <a:srgbClr val="FFFF00"/>
              </a:buClr>
              <a:buSzPts val="1200"/>
              <a:buFont typeface="Gill Sans"/>
              <a:buChar char="◼"/>
            </a:pPr>
            <a:r>
              <a:rPr b="1" lang="es-ES" sz="1200">
                <a:solidFill>
                  <a:srgbClr val="FFFF00"/>
                </a:solidFill>
                <a:latin typeface="Gill Sans"/>
                <a:ea typeface="Gill Sans"/>
                <a:cs typeface="Gill Sans"/>
                <a:sym typeface="Gill Sans"/>
              </a:rPr>
              <a:t>CREACIÓN DEL PROYECTO MAUI</a:t>
            </a:r>
            <a:endParaRPr b="1" sz="1200">
              <a:solidFill>
                <a:srgbClr val="FFFF00"/>
              </a:solidFill>
              <a:latin typeface="Gill Sans"/>
              <a:ea typeface="Gill Sans"/>
              <a:cs typeface="Gill Sans"/>
              <a:sym typeface="Gill Sans"/>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solidFill>
                <a:schemeClr val="dk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solidFill>
                <a:schemeClr val="dk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MOVIL</a:t>
            </a:r>
            <a:endParaRPr>
              <a:solidFill>
                <a:schemeClr val="dk1"/>
              </a:solidFill>
            </a:endParaRPr>
          </a:p>
          <a:p>
            <a:pPr indent="-306000" lvl="0" marL="3060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CONCLUSIONES</a:t>
            </a:r>
            <a:endParaRPr>
              <a:solidFill>
                <a:schemeClr val="dk1"/>
              </a:solidFill>
            </a:endParaRPr>
          </a:p>
          <a:p>
            <a:pPr indent="-306000" lvl="0" marL="3060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RECOMENDACIONES</a:t>
            </a:r>
            <a:endParaRPr>
              <a:solidFill>
                <a:schemeClr val="dk1"/>
              </a:solidFill>
            </a:endParaRPr>
          </a:p>
          <a:p>
            <a:pPr indent="0" lvl="0" marL="457200" rtl="0" algn="l">
              <a:spcBef>
                <a:spcPts val="840"/>
              </a:spcBef>
              <a:spcAft>
                <a:spcPts val="0"/>
              </a:spcAft>
              <a:buClr>
                <a:schemeClr val="dk1"/>
              </a:buClr>
              <a:buSzPts val="1400"/>
              <a:buFont typeface="Arial"/>
              <a:buNone/>
            </a:pPr>
            <a:r>
              <a:t/>
            </a:r>
            <a:endParaRPr>
              <a:solidFill>
                <a:schemeClr val="dk1"/>
              </a:solidFill>
            </a:endParaRPr>
          </a:p>
          <a:p>
            <a:pPr indent="0" lvl="0" marL="457200" rtl="0" algn="l">
              <a:spcBef>
                <a:spcPts val="840"/>
              </a:spcBef>
              <a:spcAft>
                <a:spcPts val="0"/>
              </a:spcAft>
              <a:buClr>
                <a:schemeClr val="dk1"/>
              </a:buClr>
              <a:buSzPts val="1400"/>
              <a:buFont typeface="Arial"/>
              <a:buNone/>
            </a:pPr>
            <a:r>
              <a:t/>
            </a:r>
            <a:endParaRPr>
              <a:solidFill>
                <a:schemeClr val="dk1"/>
              </a:solidFill>
            </a:endParaRPr>
          </a:p>
          <a:p>
            <a:pPr indent="0" lvl="0" marL="457200" rtl="0" algn="l">
              <a:spcBef>
                <a:spcPts val="840"/>
              </a:spcBef>
              <a:spcAft>
                <a:spcPts val="0"/>
              </a:spcAft>
              <a:buClr>
                <a:schemeClr val="dk1"/>
              </a:buClr>
              <a:buSzPts val="1400"/>
              <a:buFont typeface="Arial"/>
              <a:buNone/>
            </a:pPr>
            <a:r>
              <a:t/>
            </a:r>
            <a:endParaRPr>
              <a:solidFill>
                <a:schemeClr val="dk1"/>
              </a:solidFill>
            </a:endParaRPr>
          </a:p>
          <a:p>
            <a:pPr indent="0" lvl="0" marL="457200" marR="0" rtl="0" algn="l">
              <a:lnSpc>
                <a:spcPct val="100000"/>
              </a:lnSpc>
              <a:spcBef>
                <a:spcPts val="840"/>
              </a:spcBef>
              <a:spcAft>
                <a:spcPts val="0"/>
              </a:spcAft>
              <a:buClr>
                <a:srgbClr val="000000"/>
              </a:buClr>
              <a:buSzPts val="1400"/>
              <a:buFont typeface="Arial"/>
              <a:buNone/>
            </a:pPr>
            <a:r>
              <a:t/>
            </a:r>
            <a:endParaRPr/>
          </a:p>
        </p:txBody>
      </p:sp>
      <p:graphicFrame>
        <p:nvGraphicFramePr>
          <p:cNvPr id="489" name="Google Shape;489;p60"/>
          <p:cNvGraphicFramePr/>
          <p:nvPr/>
        </p:nvGraphicFramePr>
        <p:xfrm>
          <a:off x="2332825" y="2024213"/>
          <a:ext cx="3000000" cy="3000000"/>
        </p:xfrm>
        <a:graphic>
          <a:graphicData uri="http://schemas.openxmlformats.org/drawingml/2006/table">
            <a:tbl>
              <a:tblPr>
                <a:noFill/>
                <a:tableStyleId>{BF136021-7255-42B7-A7E7-87A8D8FFE9CA}</a:tableStyleId>
              </a:tblPr>
              <a:tblGrid>
                <a:gridCol w="6484300"/>
              </a:tblGrid>
              <a:tr h="4003675">
                <a:tc>
                  <a:txBody>
                    <a:bodyPr/>
                    <a:lstStyle/>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 1. Construir el sobre SOAP (Envelope)</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 Nota: El namespace "http://ws.monster.edu.ec/" es el que Java genera por defecto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string soapXml = $@"&lt;soapenv:Envelope xmlns:soapenv=""http://schemas.xmlsoap.org/soap/envelope/"" xmlns:ws=""http://ws.controladores.monster.edu.ec/""&gt;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&lt;soapenv:Header/&gt;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&lt;soapenv:Body&gt;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&lt;ws:login&gt;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&lt;usuario&gt;{usuario}&lt;/usuario&gt;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&lt;contrasenia&gt;{contrasenia}&lt;/contrasenia&gt;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&lt;/ws:login&gt;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&lt;/soapenv:Body&gt;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&lt;/soapenv:Envelope&gt;";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var content = new StringContent(soapXml, Encoding.UTF8, "text/xml");</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 2. Enviar la petición a Payara</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var response = await _httpClient.PostAsync(ConstantesRed.UrlJavaSoap, content);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if (!response.IsSuccessStatusCode)</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throw new Exception($"Error HTTP: {response.StatusCode}");</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 3. Leer e interpretar la respuesta XML</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string responseXml = await response.Content.ReadAsStringAsync();</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var doc = XDocument.Parse(responseXml);</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txBody>
                  <a:tcPr marT="63500" marB="63500" marR="63500" marL="63500"/>
                </a:tc>
              </a:tr>
            </a:tbl>
          </a:graphicData>
        </a:graphic>
      </p:graphicFrame>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3" name="Shape 493"/>
        <p:cNvGrpSpPr/>
        <p:nvPr/>
      </p:nvGrpSpPr>
      <p:grpSpPr>
        <a:xfrm>
          <a:off x="0" y="0"/>
          <a:ext cx="0" cy="0"/>
          <a:chOff x="0" y="0"/>
          <a:chExt cx="0" cy="0"/>
        </a:xfrm>
      </p:grpSpPr>
      <p:sp>
        <p:nvSpPr>
          <p:cNvPr id="494" name="Google Shape;494;p61"/>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495" name="Google Shape;495;p61"/>
          <p:cNvSpPr txBox="1"/>
          <p:nvPr>
            <p:ph idx="1" type="body"/>
          </p:nvPr>
        </p:nvSpPr>
        <p:spPr>
          <a:xfrm>
            <a:off x="122575" y="2429475"/>
            <a:ext cx="1643700" cy="3877800"/>
          </a:xfrm>
          <a:prstGeom prst="rect">
            <a:avLst/>
          </a:prstGeom>
          <a:noFill/>
          <a:ln>
            <a:noFill/>
          </a:ln>
        </p:spPr>
        <p:txBody>
          <a:bodyPr anchorCtr="0" anchor="ctr" bIns="45700" lIns="91425" spcFirstLastPara="1" rIns="91425" wrap="square" tIns="45700">
            <a:normAutofit/>
          </a:bodyPr>
          <a:lstStyle/>
          <a:p>
            <a:pPr indent="-327406" lvl="0" marL="457200" rtl="0" algn="l">
              <a:lnSpc>
                <a:spcPct val="150000"/>
              </a:lnSpc>
              <a:spcBef>
                <a:spcPts val="0"/>
              </a:spcBef>
              <a:spcAft>
                <a:spcPts val="0"/>
              </a:spcAft>
              <a:buSzPts val="1556"/>
              <a:buChar char="∙"/>
            </a:pPr>
            <a:r>
              <a:rPr lang="es-ES" sz="1100">
                <a:solidFill>
                  <a:schemeClr val="dk1"/>
                </a:solidFill>
                <a:latin typeface="Calibri"/>
                <a:ea typeface="Calibri"/>
                <a:cs typeface="Calibri"/>
                <a:sym typeface="Calibri"/>
              </a:rPr>
              <a:t>A continuación se detallarán las clases principales con su código fuente.</a:t>
            </a:r>
            <a:endParaRPr sz="1100">
              <a:solidFill>
                <a:schemeClr val="dk1"/>
              </a:solidFill>
              <a:latin typeface="Calibri"/>
              <a:ea typeface="Calibri"/>
              <a:cs typeface="Calibri"/>
              <a:sym typeface="Calibri"/>
            </a:endParaRPr>
          </a:p>
          <a:p>
            <a:pPr indent="-304800" lvl="0" marL="457200" rtl="0" algn="just">
              <a:lnSpc>
                <a:spcPct val="107000"/>
              </a:lnSpc>
              <a:spcBef>
                <a:spcPts val="0"/>
              </a:spcBef>
              <a:spcAft>
                <a:spcPts val="0"/>
              </a:spcAft>
              <a:buSzPts val="1200"/>
              <a:buFont typeface="Cambria"/>
              <a:buChar char="∙"/>
            </a:pPr>
            <a:r>
              <a:t/>
            </a:r>
            <a:endParaRPr sz="1200">
              <a:latin typeface="Cambria"/>
              <a:ea typeface="Cambria"/>
              <a:cs typeface="Cambria"/>
              <a:sym typeface="Cambria"/>
            </a:endParaRPr>
          </a:p>
        </p:txBody>
      </p:sp>
      <p:sp>
        <p:nvSpPr>
          <p:cNvPr id="496" name="Google Shape;496;p61"/>
          <p:cNvSpPr/>
          <p:nvPr/>
        </p:nvSpPr>
        <p:spPr>
          <a:xfrm>
            <a:off x="9383697" y="0"/>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chemeClr val="dk1"/>
              </a:buClr>
              <a:buSzPts val="1400"/>
              <a:buFont typeface="Arial"/>
              <a:buNone/>
            </a:pPr>
            <a:r>
              <a:t/>
            </a:r>
            <a:endParaRPr>
              <a:solidFill>
                <a:schemeClr val="dk1"/>
              </a:solidFill>
            </a:endParaRPr>
          </a:p>
          <a:p>
            <a:pPr indent="-306000" lvl="0" marL="306000" rtl="0" algn="l">
              <a:spcBef>
                <a:spcPts val="840"/>
              </a:spcBef>
              <a:spcAft>
                <a:spcPts val="0"/>
              </a:spcAft>
              <a:buClr>
                <a:schemeClr val="accent2"/>
              </a:buClr>
              <a:buSzPts val="1104"/>
              <a:buFont typeface="Noto Sans Symbols"/>
              <a:buChar char="◼"/>
            </a:pPr>
            <a:r>
              <a:rPr b="1" lang="es-ES" sz="1200">
                <a:solidFill>
                  <a:srgbClr val="FFFF00"/>
                </a:solidFill>
                <a:latin typeface="Gill Sans"/>
                <a:ea typeface="Gill Sans"/>
                <a:cs typeface="Gill Sans"/>
                <a:sym typeface="Gill Sans"/>
              </a:rPr>
              <a:t>DESARROLLO</a:t>
            </a:r>
            <a:endParaRPr>
              <a:solidFill>
                <a:schemeClr val="dk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SERVIDOR RESTful</a:t>
            </a:r>
            <a:endParaRPr>
              <a:solidFill>
                <a:schemeClr val="lt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12096" lvl="1" marL="763200" rtl="0" algn="l">
              <a:spcBef>
                <a:spcPts val="840"/>
              </a:spcBef>
              <a:spcAft>
                <a:spcPts val="0"/>
              </a:spcAft>
              <a:buClr>
                <a:srgbClr val="FFFF00"/>
              </a:buClr>
              <a:buSzPts val="1200"/>
              <a:buFont typeface="Gill Sans"/>
              <a:buChar char="◼"/>
            </a:pPr>
            <a:r>
              <a:rPr b="1" lang="es-ES" sz="1200">
                <a:solidFill>
                  <a:srgbClr val="FFFF00"/>
                </a:solidFill>
                <a:latin typeface="Gill Sans"/>
                <a:ea typeface="Gill Sans"/>
                <a:cs typeface="Gill Sans"/>
                <a:sym typeface="Gill Sans"/>
              </a:rPr>
              <a:t>CREACIÓN DEL PROYECTO MAUI</a:t>
            </a:r>
            <a:endParaRPr b="1" sz="1200">
              <a:solidFill>
                <a:srgbClr val="FFFF00"/>
              </a:solidFill>
              <a:latin typeface="Gill Sans"/>
              <a:ea typeface="Gill Sans"/>
              <a:cs typeface="Gill Sans"/>
              <a:sym typeface="Gill Sans"/>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solidFill>
                <a:schemeClr val="dk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solidFill>
                <a:schemeClr val="dk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MOVIL</a:t>
            </a:r>
            <a:endParaRPr>
              <a:solidFill>
                <a:schemeClr val="dk1"/>
              </a:solidFill>
            </a:endParaRPr>
          </a:p>
          <a:p>
            <a:pPr indent="-306000" lvl="0" marL="3060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CONCLUSIONES</a:t>
            </a:r>
            <a:endParaRPr>
              <a:solidFill>
                <a:schemeClr val="dk1"/>
              </a:solidFill>
            </a:endParaRPr>
          </a:p>
          <a:p>
            <a:pPr indent="-306000" lvl="0" marL="3060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RECOMENDACIONES</a:t>
            </a:r>
            <a:endParaRPr>
              <a:solidFill>
                <a:schemeClr val="dk1"/>
              </a:solidFill>
            </a:endParaRPr>
          </a:p>
          <a:p>
            <a:pPr indent="0" lvl="0" marL="457200" rtl="0" algn="l">
              <a:spcBef>
                <a:spcPts val="840"/>
              </a:spcBef>
              <a:spcAft>
                <a:spcPts val="0"/>
              </a:spcAft>
              <a:buClr>
                <a:schemeClr val="dk1"/>
              </a:buClr>
              <a:buSzPts val="1400"/>
              <a:buFont typeface="Arial"/>
              <a:buNone/>
            </a:pPr>
            <a:r>
              <a:t/>
            </a:r>
            <a:endParaRPr>
              <a:solidFill>
                <a:schemeClr val="dk1"/>
              </a:solidFill>
            </a:endParaRPr>
          </a:p>
          <a:p>
            <a:pPr indent="0" lvl="0" marL="457200" rtl="0" algn="l">
              <a:spcBef>
                <a:spcPts val="840"/>
              </a:spcBef>
              <a:spcAft>
                <a:spcPts val="0"/>
              </a:spcAft>
              <a:buClr>
                <a:schemeClr val="dk1"/>
              </a:buClr>
              <a:buSzPts val="1400"/>
              <a:buFont typeface="Arial"/>
              <a:buNone/>
            </a:pPr>
            <a:r>
              <a:t/>
            </a:r>
            <a:endParaRPr>
              <a:solidFill>
                <a:schemeClr val="dk1"/>
              </a:solidFill>
            </a:endParaRPr>
          </a:p>
          <a:p>
            <a:pPr indent="0" lvl="0" marL="457200" rtl="0" algn="l">
              <a:spcBef>
                <a:spcPts val="840"/>
              </a:spcBef>
              <a:spcAft>
                <a:spcPts val="0"/>
              </a:spcAft>
              <a:buClr>
                <a:schemeClr val="dk1"/>
              </a:buClr>
              <a:buSzPts val="1400"/>
              <a:buFont typeface="Arial"/>
              <a:buNone/>
            </a:pPr>
            <a:r>
              <a:t/>
            </a:r>
            <a:endParaRPr>
              <a:solidFill>
                <a:schemeClr val="dk1"/>
              </a:solidFill>
            </a:endParaRPr>
          </a:p>
          <a:p>
            <a:pPr indent="0" lvl="0" marL="457200" marR="0" rtl="0" algn="l">
              <a:lnSpc>
                <a:spcPct val="100000"/>
              </a:lnSpc>
              <a:spcBef>
                <a:spcPts val="840"/>
              </a:spcBef>
              <a:spcAft>
                <a:spcPts val="0"/>
              </a:spcAft>
              <a:buClr>
                <a:srgbClr val="000000"/>
              </a:buClr>
              <a:buSzPts val="1400"/>
              <a:buFont typeface="Arial"/>
              <a:buNone/>
            </a:pPr>
            <a:r>
              <a:t/>
            </a:r>
            <a:endParaRPr/>
          </a:p>
        </p:txBody>
      </p:sp>
      <p:graphicFrame>
        <p:nvGraphicFramePr>
          <p:cNvPr id="497" name="Google Shape;497;p61"/>
          <p:cNvGraphicFramePr/>
          <p:nvPr/>
        </p:nvGraphicFramePr>
        <p:xfrm>
          <a:off x="2332825" y="2024213"/>
          <a:ext cx="3000000" cy="3000000"/>
        </p:xfrm>
        <a:graphic>
          <a:graphicData uri="http://schemas.openxmlformats.org/drawingml/2006/table">
            <a:tbl>
              <a:tblPr>
                <a:noFill/>
                <a:tableStyleId>{BF136021-7255-42B7-A7E7-87A8D8FFE9CA}</a:tableStyleId>
              </a:tblPr>
              <a:tblGrid>
                <a:gridCol w="6484300"/>
              </a:tblGrid>
              <a:tr h="4003675">
                <a:tc>
                  <a:txBody>
                    <a:bodyPr/>
                    <a:lstStyle/>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 Buscamos la etiqueta &lt;return&gt; que contiene el token (comportamiento estándar de JAX-WS)</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var tokenElement = doc.Descendants().FirstOrDefault(x =&gt; x.Name.LocalName == "return");</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if (tokenElement == null)</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throw new Exception("No se encontró el token en la respuesta SOAP.");</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return tokenElement.Value;</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public async Task&lt;string&gt; CambiarContraseniaAsync(string contraseniaActual, string contraseniaNueva, string token)</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 Construimos el XML respetando los @WebParam de tu Java</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string soapXml = $@"&lt;soapenv:Envelope xmlns:soapenv=""http://schemas.xmlsoap.org/soap/envelope/"" xmlns:ws=""http://ws.controladores.monster.edu.ec/""&gt;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&lt;soapenv:Header/&gt;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&lt;soapenv:Body&gt;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&lt;ws:cambiarContrasenia&gt;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&lt;contraseniaActual&gt;{contraseniaActual}&lt;/contraseniaActual&gt;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&lt;contraseniaNueva&gt;{contraseniaNueva}&lt;/contraseniaNueva&gt;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&lt;/ws:cambiarContrasenia&gt;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&lt;/soapenv:Body&gt;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&lt;/soapenv:Envelope&gt;";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var request = new HttpRequestMessage(HttpMethod.Post, ConstantesRed.UrlJavaSoap)</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Content = new StringContent(soapXml, System.Text.Encoding.UTF8, "text/xml")</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txBody>
                  <a:tcPr marT="63500" marB="63500" marR="63500" marL="63500"/>
                </a:tc>
              </a:tr>
            </a:tbl>
          </a:graphicData>
        </a:graphic>
      </p:graphicFrame>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1" name="Shape 501"/>
        <p:cNvGrpSpPr/>
        <p:nvPr/>
      </p:nvGrpSpPr>
      <p:grpSpPr>
        <a:xfrm>
          <a:off x="0" y="0"/>
          <a:ext cx="0" cy="0"/>
          <a:chOff x="0" y="0"/>
          <a:chExt cx="0" cy="0"/>
        </a:xfrm>
      </p:grpSpPr>
      <p:sp>
        <p:nvSpPr>
          <p:cNvPr id="502" name="Google Shape;502;p62"/>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503" name="Google Shape;503;p62"/>
          <p:cNvSpPr txBox="1"/>
          <p:nvPr>
            <p:ph idx="1" type="body"/>
          </p:nvPr>
        </p:nvSpPr>
        <p:spPr>
          <a:xfrm>
            <a:off x="122575" y="2429475"/>
            <a:ext cx="1643700" cy="3877800"/>
          </a:xfrm>
          <a:prstGeom prst="rect">
            <a:avLst/>
          </a:prstGeom>
          <a:noFill/>
          <a:ln>
            <a:noFill/>
          </a:ln>
        </p:spPr>
        <p:txBody>
          <a:bodyPr anchorCtr="0" anchor="ctr" bIns="45700" lIns="91425" spcFirstLastPara="1" rIns="91425" wrap="square" tIns="45700">
            <a:normAutofit/>
          </a:bodyPr>
          <a:lstStyle/>
          <a:p>
            <a:pPr indent="-327406" lvl="0" marL="457200" rtl="0" algn="l">
              <a:lnSpc>
                <a:spcPct val="150000"/>
              </a:lnSpc>
              <a:spcBef>
                <a:spcPts val="0"/>
              </a:spcBef>
              <a:spcAft>
                <a:spcPts val="0"/>
              </a:spcAft>
              <a:buSzPts val="1556"/>
              <a:buChar char="∙"/>
            </a:pPr>
            <a:r>
              <a:rPr lang="es-ES" sz="1100">
                <a:solidFill>
                  <a:schemeClr val="dk1"/>
                </a:solidFill>
                <a:latin typeface="Calibri"/>
                <a:ea typeface="Calibri"/>
                <a:cs typeface="Calibri"/>
                <a:sym typeface="Calibri"/>
              </a:rPr>
              <a:t>A continuación se detallarán las clases principales con su código fuente.</a:t>
            </a:r>
            <a:endParaRPr sz="1100">
              <a:solidFill>
                <a:schemeClr val="dk1"/>
              </a:solidFill>
              <a:latin typeface="Calibri"/>
              <a:ea typeface="Calibri"/>
              <a:cs typeface="Calibri"/>
              <a:sym typeface="Calibri"/>
            </a:endParaRPr>
          </a:p>
          <a:p>
            <a:pPr indent="-304800" lvl="0" marL="457200" rtl="0" algn="just">
              <a:lnSpc>
                <a:spcPct val="107000"/>
              </a:lnSpc>
              <a:spcBef>
                <a:spcPts val="0"/>
              </a:spcBef>
              <a:spcAft>
                <a:spcPts val="0"/>
              </a:spcAft>
              <a:buSzPts val="1200"/>
              <a:buFont typeface="Cambria"/>
              <a:buChar char="∙"/>
            </a:pPr>
            <a:r>
              <a:t/>
            </a:r>
            <a:endParaRPr sz="1200">
              <a:latin typeface="Cambria"/>
              <a:ea typeface="Cambria"/>
              <a:cs typeface="Cambria"/>
              <a:sym typeface="Cambria"/>
            </a:endParaRPr>
          </a:p>
        </p:txBody>
      </p:sp>
      <p:sp>
        <p:nvSpPr>
          <p:cNvPr id="504" name="Google Shape;504;p62"/>
          <p:cNvSpPr/>
          <p:nvPr/>
        </p:nvSpPr>
        <p:spPr>
          <a:xfrm>
            <a:off x="9383697" y="0"/>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chemeClr val="dk1"/>
              </a:buClr>
              <a:buSzPts val="1400"/>
              <a:buFont typeface="Arial"/>
              <a:buNone/>
            </a:pPr>
            <a:r>
              <a:t/>
            </a:r>
            <a:endParaRPr>
              <a:solidFill>
                <a:schemeClr val="dk1"/>
              </a:solidFill>
            </a:endParaRPr>
          </a:p>
          <a:p>
            <a:pPr indent="-306000" lvl="0" marL="306000" rtl="0" algn="l">
              <a:spcBef>
                <a:spcPts val="840"/>
              </a:spcBef>
              <a:spcAft>
                <a:spcPts val="0"/>
              </a:spcAft>
              <a:buClr>
                <a:schemeClr val="accent2"/>
              </a:buClr>
              <a:buSzPts val="1104"/>
              <a:buFont typeface="Noto Sans Symbols"/>
              <a:buChar char="◼"/>
            </a:pPr>
            <a:r>
              <a:rPr b="1" lang="es-ES" sz="1200">
                <a:solidFill>
                  <a:srgbClr val="FFFF00"/>
                </a:solidFill>
                <a:latin typeface="Gill Sans"/>
                <a:ea typeface="Gill Sans"/>
                <a:cs typeface="Gill Sans"/>
                <a:sym typeface="Gill Sans"/>
              </a:rPr>
              <a:t>DESARROLLO</a:t>
            </a:r>
            <a:endParaRPr>
              <a:solidFill>
                <a:schemeClr val="dk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SERVIDOR RESTful</a:t>
            </a:r>
            <a:endParaRPr>
              <a:solidFill>
                <a:schemeClr val="lt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12096" lvl="1" marL="763200" rtl="0" algn="l">
              <a:spcBef>
                <a:spcPts val="840"/>
              </a:spcBef>
              <a:spcAft>
                <a:spcPts val="0"/>
              </a:spcAft>
              <a:buClr>
                <a:srgbClr val="FFFF00"/>
              </a:buClr>
              <a:buSzPts val="1200"/>
              <a:buFont typeface="Gill Sans"/>
              <a:buChar char="◼"/>
            </a:pPr>
            <a:r>
              <a:rPr b="1" lang="es-ES" sz="1200">
                <a:solidFill>
                  <a:srgbClr val="FFFF00"/>
                </a:solidFill>
                <a:latin typeface="Gill Sans"/>
                <a:ea typeface="Gill Sans"/>
                <a:cs typeface="Gill Sans"/>
                <a:sym typeface="Gill Sans"/>
              </a:rPr>
              <a:t>CREACIÓN DEL PROYECTO MAUI</a:t>
            </a:r>
            <a:endParaRPr b="1" sz="1200">
              <a:solidFill>
                <a:srgbClr val="FFFF00"/>
              </a:solidFill>
              <a:latin typeface="Gill Sans"/>
              <a:ea typeface="Gill Sans"/>
              <a:cs typeface="Gill Sans"/>
              <a:sym typeface="Gill Sans"/>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solidFill>
                <a:schemeClr val="dk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solidFill>
                <a:schemeClr val="dk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MOVIL</a:t>
            </a:r>
            <a:endParaRPr>
              <a:solidFill>
                <a:schemeClr val="dk1"/>
              </a:solidFill>
            </a:endParaRPr>
          </a:p>
          <a:p>
            <a:pPr indent="-306000" lvl="0" marL="3060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CONCLUSIONES</a:t>
            </a:r>
            <a:endParaRPr>
              <a:solidFill>
                <a:schemeClr val="dk1"/>
              </a:solidFill>
            </a:endParaRPr>
          </a:p>
          <a:p>
            <a:pPr indent="-306000" lvl="0" marL="3060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RECOMENDACIONES</a:t>
            </a:r>
            <a:endParaRPr>
              <a:solidFill>
                <a:schemeClr val="dk1"/>
              </a:solidFill>
            </a:endParaRPr>
          </a:p>
          <a:p>
            <a:pPr indent="0" lvl="0" marL="457200" rtl="0" algn="l">
              <a:spcBef>
                <a:spcPts val="840"/>
              </a:spcBef>
              <a:spcAft>
                <a:spcPts val="0"/>
              </a:spcAft>
              <a:buClr>
                <a:schemeClr val="dk1"/>
              </a:buClr>
              <a:buSzPts val="1400"/>
              <a:buFont typeface="Arial"/>
              <a:buNone/>
            </a:pPr>
            <a:r>
              <a:t/>
            </a:r>
            <a:endParaRPr>
              <a:solidFill>
                <a:schemeClr val="dk1"/>
              </a:solidFill>
            </a:endParaRPr>
          </a:p>
          <a:p>
            <a:pPr indent="0" lvl="0" marL="457200" rtl="0" algn="l">
              <a:spcBef>
                <a:spcPts val="840"/>
              </a:spcBef>
              <a:spcAft>
                <a:spcPts val="0"/>
              </a:spcAft>
              <a:buClr>
                <a:schemeClr val="dk1"/>
              </a:buClr>
              <a:buSzPts val="1400"/>
              <a:buFont typeface="Arial"/>
              <a:buNone/>
            </a:pPr>
            <a:r>
              <a:t/>
            </a:r>
            <a:endParaRPr>
              <a:solidFill>
                <a:schemeClr val="dk1"/>
              </a:solidFill>
            </a:endParaRPr>
          </a:p>
          <a:p>
            <a:pPr indent="0" lvl="0" marL="457200" rtl="0" algn="l">
              <a:spcBef>
                <a:spcPts val="840"/>
              </a:spcBef>
              <a:spcAft>
                <a:spcPts val="0"/>
              </a:spcAft>
              <a:buClr>
                <a:schemeClr val="dk1"/>
              </a:buClr>
              <a:buSzPts val="1400"/>
              <a:buFont typeface="Arial"/>
              <a:buNone/>
            </a:pPr>
            <a:r>
              <a:t/>
            </a:r>
            <a:endParaRPr>
              <a:solidFill>
                <a:schemeClr val="dk1"/>
              </a:solidFill>
            </a:endParaRPr>
          </a:p>
          <a:p>
            <a:pPr indent="0" lvl="0" marL="457200" marR="0" rtl="0" algn="l">
              <a:lnSpc>
                <a:spcPct val="100000"/>
              </a:lnSpc>
              <a:spcBef>
                <a:spcPts val="840"/>
              </a:spcBef>
              <a:spcAft>
                <a:spcPts val="0"/>
              </a:spcAft>
              <a:buClr>
                <a:srgbClr val="000000"/>
              </a:buClr>
              <a:buSzPts val="1400"/>
              <a:buFont typeface="Arial"/>
              <a:buNone/>
            </a:pPr>
            <a:r>
              <a:t/>
            </a:r>
            <a:endParaRPr/>
          </a:p>
        </p:txBody>
      </p:sp>
      <p:graphicFrame>
        <p:nvGraphicFramePr>
          <p:cNvPr id="505" name="Google Shape;505;p62"/>
          <p:cNvGraphicFramePr/>
          <p:nvPr/>
        </p:nvGraphicFramePr>
        <p:xfrm>
          <a:off x="2332825" y="2024213"/>
          <a:ext cx="3000000" cy="3000000"/>
        </p:xfrm>
        <a:graphic>
          <a:graphicData uri="http://schemas.openxmlformats.org/drawingml/2006/table">
            <a:tbl>
              <a:tblPr>
                <a:noFill/>
                <a:tableStyleId>{BF136021-7255-42B7-A7E7-87A8D8FFE9CA}</a:tableStyleId>
              </a:tblPr>
              <a:tblGrid>
                <a:gridCol w="6484300"/>
              </a:tblGrid>
              <a:tr h="4003675">
                <a:tc>
                  <a:txBody>
                    <a:bodyPr/>
                    <a:lstStyle/>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a:t>
                      </a:r>
                      <a:r>
                        <a:rPr lang="es-ES" sz="900">
                          <a:solidFill>
                            <a:srgbClr val="4F81BD"/>
                          </a:solidFill>
                          <a:latin typeface="Calibri"/>
                          <a:ea typeface="Calibri"/>
                          <a:cs typeface="Calibri"/>
                          <a:sym typeface="Calibri"/>
                        </a:rPr>
                        <a:t>request.Headers.ExpectContinue = false;</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request.Headers.Add("SOAPAction",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var response = await _httpClient.SendAsync(request);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string responseXml = await response.Content.ReadAsStringAsync();</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if (!response.IsSuccessStatusCode)</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var docFault = System.Xml.Linq.XDocument.Parse(responseXml);</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var faultString = docFault.Descendants().FirstOrDefault(x =&gt; x.Name.LocalName == "faultstring")?.Value;</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throw new Exception($"Error: {faultString ?? "No se pudo cambiar la contraseña"}");</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var doc = System.Xml.Linq.XDocument.Parse(responseXml);</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var resultElement = doc.Descendants().FirstOrDefault(x =&gt; x.Name.LocalName == "return");</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return resultElement?.Value ?? "Contraseña actualizada correctamente";</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txBody>
                  <a:tcPr marT="63500" marB="63500" marR="63500" marL="63500"/>
                </a:tc>
              </a:tr>
            </a:tbl>
          </a:graphicData>
        </a:graphic>
      </p:graphicFrame>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9" name="Shape 509"/>
        <p:cNvGrpSpPr/>
        <p:nvPr/>
      </p:nvGrpSpPr>
      <p:grpSpPr>
        <a:xfrm>
          <a:off x="0" y="0"/>
          <a:ext cx="0" cy="0"/>
          <a:chOff x="0" y="0"/>
          <a:chExt cx="0" cy="0"/>
        </a:xfrm>
      </p:grpSpPr>
      <p:sp>
        <p:nvSpPr>
          <p:cNvPr id="510" name="Google Shape;510;p63"/>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511" name="Google Shape;511;p63"/>
          <p:cNvSpPr txBox="1"/>
          <p:nvPr>
            <p:ph idx="1" type="body"/>
          </p:nvPr>
        </p:nvSpPr>
        <p:spPr>
          <a:xfrm>
            <a:off x="122575" y="2429475"/>
            <a:ext cx="1643700" cy="3877800"/>
          </a:xfrm>
          <a:prstGeom prst="rect">
            <a:avLst/>
          </a:prstGeom>
          <a:noFill/>
          <a:ln>
            <a:noFill/>
          </a:ln>
        </p:spPr>
        <p:txBody>
          <a:bodyPr anchorCtr="0" anchor="ctr" bIns="45700" lIns="91425" spcFirstLastPara="1" rIns="91425" wrap="square" tIns="45700">
            <a:normAutofit/>
          </a:bodyPr>
          <a:lstStyle/>
          <a:p>
            <a:pPr indent="-327406" lvl="0" marL="457200" rtl="0" algn="l">
              <a:lnSpc>
                <a:spcPct val="150000"/>
              </a:lnSpc>
              <a:spcBef>
                <a:spcPts val="0"/>
              </a:spcBef>
              <a:spcAft>
                <a:spcPts val="0"/>
              </a:spcAft>
              <a:buSzPts val="1556"/>
              <a:buChar char="∙"/>
            </a:pPr>
            <a:r>
              <a:rPr lang="es-ES" sz="1100">
                <a:solidFill>
                  <a:schemeClr val="dk1"/>
                </a:solidFill>
                <a:latin typeface="Calibri"/>
                <a:ea typeface="Calibri"/>
                <a:cs typeface="Calibri"/>
                <a:sym typeface="Calibri"/>
              </a:rPr>
              <a:t>A continuación se detallarán las clases principales con su código fuente.</a:t>
            </a:r>
            <a:endParaRPr sz="1100">
              <a:solidFill>
                <a:schemeClr val="dk1"/>
              </a:solidFill>
              <a:latin typeface="Calibri"/>
              <a:ea typeface="Calibri"/>
              <a:cs typeface="Calibri"/>
              <a:sym typeface="Calibri"/>
            </a:endParaRPr>
          </a:p>
          <a:p>
            <a:pPr indent="-304800" lvl="0" marL="457200" rtl="0" algn="just">
              <a:lnSpc>
                <a:spcPct val="107000"/>
              </a:lnSpc>
              <a:spcBef>
                <a:spcPts val="0"/>
              </a:spcBef>
              <a:spcAft>
                <a:spcPts val="0"/>
              </a:spcAft>
              <a:buSzPts val="1200"/>
              <a:buFont typeface="Cambria"/>
              <a:buChar char="∙"/>
            </a:pPr>
            <a:r>
              <a:t/>
            </a:r>
            <a:endParaRPr sz="1200">
              <a:latin typeface="Cambria"/>
              <a:ea typeface="Cambria"/>
              <a:cs typeface="Cambria"/>
              <a:sym typeface="Cambria"/>
            </a:endParaRPr>
          </a:p>
        </p:txBody>
      </p:sp>
      <p:sp>
        <p:nvSpPr>
          <p:cNvPr id="512" name="Google Shape;512;p63"/>
          <p:cNvSpPr/>
          <p:nvPr/>
        </p:nvSpPr>
        <p:spPr>
          <a:xfrm>
            <a:off x="9383697" y="0"/>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chemeClr val="dk1"/>
              </a:buClr>
              <a:buSzPts val="1400"/>
              <a:buFont typeface="Arial"/>
              <a:buNone/>
            </a:pPr>
            <a:r>
              <a:t/>
            </a:r>
            <a:endParaRPr>
              <a:solidFill>
                <a:schemeClr val="dk1"/>
              </a:solidFill>
            </a:endParaRPr>
          </a:p>
          <a:p>
            <a:pPr indent="-306000" lvl="0" marL="306000" rtl="0" algn="l">
              <a:spcBef>
                <a:spcPts val="840"/>
              </a:spcBef>
              <a:spcAft>
                <a:spcPts val="0"/>
              </a:spcAft>
              <a:buClr>
                <a:schemeClr val="accent2"/>
              </a:buClr>
              <a:buSzPts val="1104"/>
              <a:buFont typeface="Noto Sans Symbols"/>
              <a:buChar char="◼"/>
            </a:pPr>
            <a:r>
              <a:rPr b="1" lang="es-ES" sz="1200">
                <a:solidFill>
                  <a:srgbClr val="FFFF00"/>
                </a:solidFill>
                <a:latin typeface="Gill Sans"/>
                <a:ea typeface="Gill Sans"/>
                <a:cs typeface="Gill Sans"/>
                <a:sym typeface="Gill Sans"/>
              </a:rPr>
              <a:t>DESARROLLO</a:t>
            </a:r>
            <a:endParaRPr>
              <a:solidFill>
                <a:schemeClr val="dk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SERVIDOR RESTful</a:t>
            </a:r>
            <a:endParaRPr>
              <a:solidFill>
                <a:schemeClr val="lt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12096" lvl="1" marL="763200" rtl="0" algn="l">
              <a:spcBef>
                <a:spcPts val="840"/>
              </a:spcBef>
              <a:spcAft>
                <a:spcPts val="0"/>
              </a:spcAft>
              <a:buClr>
                <a:srgbClr val="FFFF00"/>
              </a:buClr>
              <a:buSzPts val="1200"/>
              <a:buFont typeface="Gill Sans"/>
              <a:buChar char="◼"/>
            </a:pPr>
            <a:r>
              <a:rPr b="1" lang="es-ES" sz="1200">
                <a:solidFill>
                  <a:srgbClr val="FFFF00"/>
                </a:solidFill>
                <a:latin typeface="Gill Sans"/>
                <a:ea typeface="Gill Sans"/>
                <a:cs typeface="Gill Sans"/>
                <a:sym typeface="Gill Sans"/>
              </a:rPr>
              <a:t>CREACIÓN DEL PROYECTO MAUI</a:t>
            </a:r>
            <a:endParaRPr b="1" sz="1200">
              <a:solidFill>
                <a:srgbClr val="FFFF00"/>
              </a:solidFill>
              <a:latin typeface="Gill Sans"/>
              <a:ea typeface="Gill Sans"/>
              <a:cs typeface="Gill Sans"/>
              <a:sym typeface="Gill Sans"/>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solidFill>
                <a:schemeClr val="dk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solidFill>
                <a:schemeClr val="dk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MOVIL</a:t>
            </a:r>
            <a:endParaRPr>
              <a:solidFill>
                <a:schemeClr val="dk1"/>
              </a:solidFill>
            </a:endParaRPr>
          </a:p>
          <a:p>
            <a:pPr indent="-306000" lvl="0" marL="3060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CONCLUSIONES</a:t>
            </a:r>
            <a:endParaRPr>
              <a:solidFill>
                <a:schemeClr val="dk1"/>
              </a:solidFill>
            </a:endParaRPr>
          </a:p>
          <a:p>
            <a:pPr indent="-306000" lvl="0" marL="3060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RECOMENDACIONES</a:t>
            </a:r>
            <a:endParaRPr>
              <a:solidFill>
                <a:schemeClr val="dk1"/>
              </a:solidFill>
            </a:endParaRPr>
          </a:p>
          <a:p>
            <a:pPr indent="0" lvl="0" marL="457200" rtl="0" algn="l">
              <a:spcBef>
                <a:spcPts val="840"/>
              </a:spcBef>
              <a:spcAft>
                <a:spcPts val="0"/>
              </a:spcAft>
              <a:buClr>
                <a:schemeClr val="dk1"/>
              </a:buClr>
              <a:buSzPts val="1400"/>
              <a:buFont typeface="Arial"/>
              <a:buNone/>
            </a:pPr>
            <a:r>
              <a:t/>
            </a:r>
            <a:endParaRPr>
              <a:solidFill>
                <a:schemeClr val="dk1"/>
              </a:solidFill>
            </a:endParaRPr>
          </a:p>
          <a:p>
            <a:pPr indent="0" lvl="0" marL="457200" rtl="0" algn="l">
              <a:spcBef>
                <a:spcPts val="840"/>
              </a:spcBef>
              <a:spcAft>
                <a:spcPts val="0"/>
              </a:spcAft>
              <a:buClr>
                <a:schemeClr val="dk1"/>
              </a:buClr>
              <a:buSzPts val="1400"/>
              <a:buFont typeface="Arial"/>
              <a:buNone/>
            </a:pPr>
            <a:r>
              <a:t/>
            </a:r>
            <a:endParaRPr>
              <a:solidFill>
                <a:schemeClr val="dk1"/>
              </a:solidFill>
            </a:endParaRPr>
          </a:p>
          <a:p>
            <a:pPr indent="0" lvl="0" marL="457200" rtl="0" algn="l">
              <a:spcBef>
                <a:spcPts val="840"/>
              </a:spcBef>
              <a:spcAft>
                <a:spcPts val="0"/>
              </a:spcAft>
              <a:buClr>
                <a:schemeClr val="dk1"/>
              </a:buClr>
              <a:buSzPts val="1400"/>
              <a:buFont typeface="Arial"/>
              <a:buNone/>
            </a:pPr>
            <a:r>
              <a:t/>
            </a:r>
            <a:endParaRPr>
              <a:solidFill>
                <a:schemeClr val="dk1"/>
              </a:solidFill>
            </a:endParaRPr>
          </a:p>
          <a:p>
            <a:pPr indent="0" lvl="0" marL="457200" marR="0" rtl="0" algn="l">
              <a:lnSpc>
                <a:spcPct val="100000"/>
              </a:lnSpc>
              <a:spcBef>
                <a:spcPts val="840"/>
              </a:spcBef>
              <a:spcAft>
                <a:spcPts val="0"/>
              </a:spcAft>
              <a:buClr>
                <a:srgbClr val="000000"/>
              </a:buClr>
              <a:buSzPts val="1400"/>
              <a:buFont typeface="Arial"/>
              <a:buNone/>
            </a:pPr>
            <a:r>
              <a:t/>
            </a:r>
            <a:endParaRPr/>
          </a:p>
        </p:txBody>
      </p:sp>
      <p:graphicFrame>
        <p:nvGraphicFramePr>
          <p:cNvPr id="513" name="Google Shape;513;p63"/>
          <p:cNvGraphicFramePr/>
          <p:nvPr/>
        </p:nvGraphicFramePr>
        <p:xfrm>
          <a:off x="2332825" y="2024213"/>
          <a:ext cx="3000000" cy="3000000"/>
        </p:xfrm>
        <a:graphic>
          <a:graphicData uri="http://schemas.openxmlformats.org/drawingml/2006/table">
            <a:tbl>
              <a:tblPr>
                <a:noFill/>
                <a:tableStyleId>{BF136021-7255-42B7-A7E7-87A8D8FFE9CA}</a:tableStyleId>
              </a:tblPr>
              <a:tblGrid>
                <a:gridCol w="6484300"/>
              </a:tblGrid>
              <a:tr h="4003675">
                <a:tc>
                  <a:txBody>
                    <a:bodyPr/>
                    <a:lstStyle/>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using System.Globalization;</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using System.Text;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using System.Xml.Linq;</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using ec.edu.monster.Interfaces;</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using ec.edu.monster.Modelos;</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namespace ec.edu.monster.Adaptadores;</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public class AdaptadorConversionJavaSoap : IAdaptadorConversion</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public TipoBackend Tipo =&gt; TipoBackend.JavaSoap;</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private readonly HttpClient _httpClient;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public AdaptadorConversionJavaSoap(HttpClient httpClient)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_httpClient = httpClient;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public async Task&lt;double&gt; ConvertirAsync(PeticionConversion peticion, string token)</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 Determinamos qué método llamar en el Web Service</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string metodoWs = peticion.TipoConversion switch</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"Masa" =&gt; "convertirMasa",</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"Temperatura" =&gt; "convertirTemperatura",</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_ =&gt; "convertirLongitud"</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txBody>
                  <a:tcPr marT="63500" marB="63500" marR="63500" marL="63500"/>
                </a:tc>
              </a:tr>
            </a:tbl>
          </a:graphicData>
        </a:graphic>
      </p:graphicFrame>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7" name="Shape 517"/>
        <p:cNvGrpSpPr/>
        <p:nvPr/>
      </p:nvGrpSpPr>
      <p:grpSpPr>
        <a:xfrm>
          <a:off x="0" y="0"/>
          <a:ext cx="0" cy="0"/>
          <a:chOff x="0" y="0"/>
          <a:chExt cx="0" cy="0"/>
        </a:xfrm>
      </p:grpSpPr>
      <p:sp>
        <p:nvSpPr>
          <p:cNvPr id="518" name="Google Shape;518;p64"/>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519" name="Google Shape;519;p64"/>
          <p:cNvSpPr txBox="1"/>
          <p:nvPr>
            <p:ph idx="1" type="body"/>
          </p:nvPr>
        </p:nvSpPr>
        <p:spPr>
          <a:xfrm>
            <a:off x="122575" y="2429475"/>
            <a:ext cx="1643700" cy="3877800"/>
          </a:xfrm>
          <a:prstGeom prst="rect">
            <a:avLst/>
          </a:prstGeom>
          <a:noFill/>
          <a:ln>
            <a:noFill/>
          </a:ln>
        </p:spPr>
        <p:txBody>
          <a:bodyPr anchorCtr="0" anchor="ctr" bIns="45700" lIns="91425" spcFirstLastPara="1" rIns="91425" wrap="square" tIns="45700">
            <a:normAutofit/>
          </a:bodyPr>
          <a:lstStyle/>
          <a:p>
            <a:pPr indent="-327406" lvl="0" marL="457200" rtl="0" algn="l">
              <a:lnSpc>
                <a:spcPct val="150000"/>
              </a:lnSpc>
              <a:spcBef>
                <a:spcPts val="0"/>
              </a:spcBef>
              <a:spcAft>
                <a:spcPts val="0"/>
              </a:spcAft>
              <a:buSzPts val="1556"/>
              <a:buChar char="∙"/>
            </a:pPr>
            <a:r>
              <a:rPr lang="es-ES" sz="1100">
                <a:solidFill>
                  <a:schemeClr val="dk1"/>
                </a:solidFill>
                <a:latin typeface="Calibri"/>
                <a:ea typeface="Calibri"/>
                <a:cs typeface="Calibri"/>
                <a:sym typeface="Calibri"/>
              </a:rPr>
              <a:t>A continuación se detallarán las clases principales con su código fuente.</a:t>
            </a:r>
            <a:endParaRPr sz="1100">
              <a:solidFill>
                <a:schemeClr val="dk1"/>
              </a:solidFill>
              <a:latin typeface="Calibri"/>
              <a:ea typeface="Calibri"/>
              <a:cs typeface="Calibri"/>
              <a:sym typeface="Calibri"/>
            </a:endParaRPr>
          </a:p>
          <a:p>
            <a:pPr indent="-304800" lvl="0" marL="457200" rtl="0" algn="just">
              <a:lnSpc>
                <a:spcPct val="107000"/>
              </a:lnSpc>
              <a:spcBef>
                <a:spcPts val="0"/>
              </a:spcBef>
              <a:spcAft>
                <a:spcPts val="0"/>
              </a:spcAft>
              <a:buSzPts val="1200"/>
              <a:buFont typeface="Cambria"/>
              <a:buChar char="∙"/>
            </a:pPr>
            <a:r>
              <a:t/>
            </a:r>
            <a:endParaRPr sz="1200">
              <a:latin typeface="Cambria"/>
              <a:ea typeface="Cambria"/>
              <a:cs typeface="Cambria"/>
              <a:sym typeface="Cambria"/>
            </a:endParaRPr>
          </a:p>
        </p:txBody>
      </p:sp>
      <p:sp>
        <p:nvSpPr>
          <p:cNvPr id="520" name="Google Shape;520;p64"/>
          <p:cNvSpPr/>
          <p:nvPr/>
        </p:nvSpPr>
        <p:spPr>
          <a:xfrm>
            <a:off x="9383697" y="0"/>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chemeClr val="dk1"/>
              </a:buClr>
              <a:buSzPts val="1400"/>
              <a:buFont typeface="Arial"/>
              <a:buNone/>
            </a:pPr>
            <a:r>
              <a:t/>
            </a:r>
            <a:endParaRPr>
              <a:solidFill>
                <a:schemeClr val="dk1"/>
              </a:solidFill>
            </a:endParaRPr>
          </a:p>
          <a:p>
            <a:pPr indent="-306000" lvl="0" marL="306000" rtl="0" algn="l">
              <a:spcBef>
                <a:spcPts val="840"/>
              </a:spcBef>
              <a:spcAft>
                <a:spcPts val="0"/>
              </a:spcAft>
              <a:buClr>
                <a:schemeClr val="accent2"/>
              </a:buClr>
              <a:buSzPts val="1104"/>
              <a:buFont typeface="Noto Sans Symbols"/>
              <a:buChar char="◼"/>
            </a:pPr>
            <a:r>
              <a:rPr b="1" lang="es-ES" sz="1200">
                <a:solidFill>
                  <a:srgbClr val="FFFF00"/>
                </a:solidFill>
                <a:latin typeface="Gill Sans"/>
                <a:ea typeface="Gill Sans"/>
                <a:cs typeface="Gill Sans"/>
                <a:sym typeface="Gill Sans"/>
              </a:rPr>
              <a:t>DESARROLLO</a:t>
            </a:r>
            <a:endParaRPr>
              <a:solidFill>
                <a:schemeClr val="dk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SERVIDOR RESTful</a:t>
            </a:r>
            <a:endParaRPr>
              <a:solidFill>
                <a:schemeClr val="lt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12096" lvl="1" marL="763200" rtl="0" algn="l">
              <a:spcBef>
                <a:spcPts val="840"/>
              </a:spcBef>
              <a:spcAft>
                <a:spcPts val="0"/>
              </a:spcAft>
              <a:buClr>
                <a:srgbClr val="FFFF00"/>
              </a:buClr>
              <a:buSzPts val="1200"/>
              <a:buFont typeface="Gill Sans"/>
              <a:buChar char="◼"/>
            </a:pPr>
            <a:r>
              <a:rPr b="1" lang="es-ES" sz="1200">
                <a:solidFill>
                  <a:srgbClr val="FFFF00"/>
                </a:solidFill>
                <a:latin typeface="Gill Sans"/>
                <a:ea typeface="Gill Sans"/>
                <a:cs typeface="Gill Sans"/>
                <a:sym typeface="Gill Sans"/>
              </a:rPr>
              <a:t>CREACIÓN DEL PROYECTO MAUI</a:t>
            </a:r>
            <a:endParaRPr b="1" sz="1200">
              <a:solidFill>
                <a:srgbClr val="FFFF00"/>
              </a:solidFill>
              <a:latin typeface="Gill Sans"/>
              <a:ea typeface="Gill Sans"/>
              <a:cs typeface="Gill Sans"/>
              <a:sym typeface="Gill Sans"/>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solidFill>
                <a:schemeClr val="dk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solidFill>
                <a:schemeClr val="dk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MOVIL</a:t>
            </a:r>
            <a:endParaRPr>
              <a:solidFill>
                <a:schemeClr val="dk1"/>
              </a:solidFill>
            </a:endParaRPr>
          </a:p>
          <a:p>
            <a:pPr indent="-306000" lvl="0" marL="3060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CONCLUSIONES</a:t>
            </a:r>
            <a:endParaRPr>
              <a:solidFill>
                <a:schemeClr val="dk1"/>
              </a:solidFill>
            </a:endParaRPr>
          </a:p>
          <a:p>
            <a:pPr indent="-306000" lvl="0" marL="3060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RECOMENDACIONES</a:t>
            </a:r>
            <a:endParaRPr>
              <a:solidFill>
                <a:schemeClr val="dk1"/>
              </a:solidFill>
            </a:endParaRPr>
          </a:p>
          <a:p>
            <a:pPr indent="0" lvl="0" marL="457200" rtl="0" algn="l">
              <a:spcBef>
                <a:spcPts val="840"/>
              </a:spcBef>
              <a:spcAft>
                <a:spcPts val="0"/>
              </a:spcAft>
              <a:buClr>
                <a:schemeClr val="dk1"/>
              </a:buClr>
              <a:buSzPts val="1400"/>
              <a:buFont typeface="Arial"/>
              <a:buNone/>
            </a:pPr>
            <a:r>
              <a:t/>
            </a:r>
            <a:endParaRPr>
              <a:solidFill>
                <a:schemeClr val="dk1"/>
              </a:solidFill>
            </a:endParaRPr>
          </a:p>
          <a:p>
            <a:pPr indent="0" lvl="0" marL="457200" rtl="0" algn="l">
              <a:spcBef>
                <a:spcPts val="840"/>
              </a:spcBef>
              <a:spcAft>
                <a:spcPts val="0"/>
              </a:spcAft>
              <a:buClr>
                <a:schemeClr val="dk1"/>
              </a:buClr>
              <a:buSzPts val="1400"/>
              <a:buFont typeface="Arial"/>
              <a:buNone/>
            </a:pPr>
            <a:r>
              <a:t/>
            </a:r>
            <a:endParaRPr>
              <a:solidFill>
                <a:schemeClr val="dk1"/>
              </a:solidFill>
            </a:endParaRPr>
          </a:p>
          <a:p>
            <a:pPr indent="0" lvl="0" marL="457200" rtl="0" algn="l">
              <a:spcBef>
                <a:spcPts val="840"/>
              </a:spcBef>
              <a:spcAft>
                <a:spcPts val="0"/>
              </a:spcAft>
              <a:buClr>
                <a:schemeClr val="dk1"/>
              </a:buClr>
              <a:buSzPts val="1400"/>
              <a:buFont typeface="Arial"/>
              <a:buNone/>
            </a:pPr>
            <a:r>
              <a:t/>
            </a:r>
            <a:endParaRPr>
              <a:solidFill>
                <a:schemeClr val="dk1"/>
              </a:solidFill>
            </a:endParaRPr>
          </a:p>
          <a:p>
            <a:pPr indent="0" lvl="0" marL="457200" marR="0" rtl="0" algn="l">
              <a:lnSpc>
                <a:spcPct val="100000"/>
              </a:lnSpc>
              <a:spcBef>
                <a:spcPts val="840"/>
              </a:spcBef>
              <a:spcAft>
                <a:spcPts val="0"/>
              </a:spcAft>
              <a:buClr>
                <a:srgbClr val="000000"/>
              </a:buClr>
              <a:buSzPts val="1400"/>
              <a:buFont typeface="Arial"/>
              <a:buNone/>
            </a:pPr>
            <a:r>
              <a:t/>
            </a:r>
            <a:endParaRPr/>
          </a:p>
        </p:txBody>
      </p:sp>
      <p:graphicFrame>
        <p:nvGraphicFramePr>
          <p:cNvPr id="521" name="Google Shape;521;p64"/>
          <p:cNvGraphicFramePr/>
          <p:nvPr/>
        </p:nvGraphicFramePr>
        <p:xfrm>
          <a:off x="2332825" y="2024213"/>
          <a:ext cx="3000000" cy="3000000"/>
        </p:xfrm>
        <a:graphic>
          <a:graphicData uri="http://schemas.openxmlformats.org/drawingml/2006/table">
            <a:tbl>
              <a:tblPr>
                <a:noFill/>
                <a:tableStyleId>{BF136021-7255-42B7-A7E7-87A8D8FFE9CA}</a:tableStyleId>
              </a:tblPr>
              <a:tblGrid>
                <a:gridCol w="6484300"/>
              </a:tblGrid>
              <a:tr h="4003675">
                <a:tc>
                  <a:txBody>
                    <a:bodyPr/>
                    <a:lstStyle/>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string valorFormateado = peticion.Valor.ToString(CultureInfo.InvariantCulture);</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 1. Construir el sobre SOAP incluyendo el Token en el Header</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string soapXml = $@"&lt;soapenv:Envelope xmlns:soapenv=""http://schemas.xmlsoap.org/soap/envelope/"" xmlns:ws=""http://ws.controladores.monster.edu.ec/""&gt;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&lt;soapenv:Header&gt;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&lt;ws:token&gt;{token}&lt;/ws:token&gt;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&lt;/soapenv:Header&gt;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&lt;soapenv:Body&gt;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&lt;ws:{metodoWs}&gt;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&lt;valor&gt;{valorFormateado}&lt;/valor&gt;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&lt;unidadInicial&gt;{peticion.UnidadOrigen}&lt;/unidadInicial&gt;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&lt;unidadFinal&gt;{peticion.UnidadDestino}&lt;/unidadFinal&gt;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&lt;/ws:{metodoWs}&gt;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&lt;/soapenv:Body&gt;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&lt;/soapenv:Envelope&gt;";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var content = new StringContent(soapXml, Encoding.UTF8, "text/xml");</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 2. Enviar la petición</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var response = await _httpClient.PostAsync(ConstantesRed.UrlJavaSoap, content);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string responseXml = await response.Content.ReadAsStringAsync();</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 Si el token es inválido o hay un error, Java SOAP suele devolver HTTP 500 con un &lt;soapenv:Fault&gt;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if (!response.IsSuccessStatusCode)</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txBody>
                  <a:tcPr marT="63500" marB="63500" marR="63500" marL="63500"/>
                </a:tc>
              </a:tr>
            </a:tbl>
          </a:graphicData>
        </a:graphic>
      </p:graphicFrame>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5" name="Shape 525"/>
        <p:cNvGrpSpPr/>
        <p:nvPr/>
      </p:nvGrpSpPr>
      <p:grpSpPr>
        <a:xfrm>
          <a:off x="0" y="0"/>
          <a:ext cx="0" cy="0"/>
          <a:chOff x="0" y="0"/>
          <a:chExt cx="0" cy="0"/>
        </a:xfrm>
      </p:grpSpPr>
      <p:sp>
        <p:nvSpPr>
          <p:cNvPr id="526" name="Google Shape;526;p65"/>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527" name="Google Shape;527;p65"/>
          <p:cNvSpPr txBox="1"/>
          <p:nvPr>
            <p:ph idx="1" type="body"/>
          </p:nvPr>
        </p:nvSpPr>
        <p:spPr>
          <a:xfrm>
            <a:off x="122575" y="2429475"/>
            <a:ext cx="1643700" cy="3877800"/>
          </a:xfrm>
          <a:prstGeom prst="rect">
            <a:avLst/>
          </a:prstGeom>
          <a:noFill/>
          <a:ln>
            <a:noFill/>
          </a:ln>
        </p:spPr>
        <p:txBody>
          <a:bodyPr anchorCtr="0" anchor="ctr" bIns="45700" lIns="91425" spcFirstLastPara="1" rIns="91425" wrap="square" tIns="45700">
            <a:normAutofit/>
          </a:bodyPr>
          <a:lstStyle/>
          <a:p>
            <a:pPr indent="-327406" lvl="0" marL="457200" rtl="0" algn="l">
              <a:lnSpc>
                <a:spcPct val="150000"/>
              </a:lnSpc>
              <a:spcBef>
                <a:spcPts val="0"/>
              </a:spcBef>
              <a:spcAft>
                <a:spcPts val="0"/>
              </a:spcAft>
              <a:buSzPts val="1556"/>
              <a:buChar char="∙"/>
            </a:pPr>
            <a:r>
              <a:rPr lang="es-ES" sz="1100">
                <a:solidFill>
                  <a:schemeClr val="dk1"/>
                </a:solidFill>
                <a:latin typeface="Calibri"/>
                <a:ea typeface="Calibri"/>
                <a:cs typeface="Calibri"/>
                <a:sym typeface="Calibri"/>
              </a:rPr>
              <a:t>A continuación se detallarán las clases principales con su código fuente.</a:t>
            </a:r>
            <a:endParaRPr sz="1100">
              <a:solidFill>
                <a:schemeClr val="dk1"/>
              </a:solidFill>
              <a:latin typeface="Calibri"/>
              <a:ea typeface="Calibri"/>
              <a:cs typeface="Calibri"/>
              <a:sym typeface="Calibri"/>
            </a:endParaRPr>
          </a:p>
          <a:p>
            <a:pPr indent="-304800" lvl="0" marL="457200" rtl="0" algn="just">
              <a:lnSpc>
                <a:spcPct val="107000"/>
              </a:lnSpc>
              <a:spcBef>
                <a:spcPts val="0"/>
              </a:spcBef>
              <a:spcAft>
                <a:spcPts val="0"/>
              </a:spcAft>
              <a:buSzPts val="1200"/>
              <a:buFont typeface="Cambria"/>
              <a:buChar char="∙"/>
            </a:pPr>
            <a:r>
              <a:t/>
            </a:r>
            <a:endParaRPr sz="1200">
              <a:latin typeface="Cambria"/>
              <a:ea typeface="Cambria"/>
              <a:cs typeface="Cambria"/>
              <a:sym typeface="Cambria"/>
            </a:endParaRPr>
          </a:p>
        </p:txBody>
      </p:sp>
      <p:sp>
        <p:nvSpPr>
          <p:cNvPr id="528" name="Google Shape;528;p65"/>
          <p:cNvSpPr/>
          <p:nvPr/>
        </p:nvSpPr>
        <p:spPr>
          <a:xfrm>
            <a:off x="9383697" y="0"/>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chemeClr val="dk1"/>
              </a:buClr>
              <a:buSzPts val="1400"/>
              <a:buFont typeface="Arial"/>
              <a:buNone/>
            </a:pPr>
            <a:r>
              <a:t/>
            </a:r>
            <a:endParaRPr>
              <a:solidFill>
                <a:schemeClr val="dk1"/>
              </a:solidFill>
            </a:endParaRPr>
          </a:p>
          <a:p>
            <a:pPr indent="-306000" lvl="0" marL="306000" rtl="0" algn="l">
              <a:spcBef>
                <a:spcPts val="840"/>
              </a:spcBef>
              <a:spcAft>
                <a:spcPts val="0"/>
              </a:spcAft>
              <a:buClr>
                <a:schemeClr val="accent2"/>
              </a:buClr>
              <a:buSzPts val="1104"/>
              <a:buFont typeface="Noto Sans Symbols"/>
              <a:buChar char="◼"/>
            </a:pPr>
            <a:r>
              <a:rPr b="1" lang="es-ES" sz="1200">
                <a:solidFill>
                  <a:srgbClr val="FFFF00"/>
                </a:solidFill>
                <a:latin typeface="Gill Sans"/>
                <a:ea typeface="Gill Sans"/>
                <a:cs typeface="Gill Sans"/>
                <a:sym typeface="Gill Sans"/>
              </a:rPr>
              <a:t>DESARROLLO</a:t>
            </a:r>
            <a:endParaRPr>
              <a:solidFill>
                <a:schemeClr val="dk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SERVIDOR RESTful</a:t>
            </a:r>
            <a:endParaRPr>
              <a:solidFill>
                <a:schemeClr val="lt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12096" lvl="1" marL="763200" rtl="0" algn="l">
              <a:spcBef>
                <a:spcPts val="840"/>
              </a:spcBef>
              <a:spcAft>
                <a:spcPts val="0"/>
              </a:spcAft>
              <a:buClr>
                <a:srgbClr val="FFFF00"/>
              </a:buClr>
              <a:buSzPts val="1200"/>
              <a:buFont typeface="Gill Sans"/>
              <a:buChar char="◼"/>
            </a:pPr>
            <a:r>
              <a:rPr b="1" lang="es-ES" sz="1200">
                <a:solidFill>
                  <a:srgbClr val="FFFF00"/>
                </a:solidFill>
                <a:latin typeface="Gill Sans"/>
                <a:ea typeface="Gill Sans"/>
                <a:cs typeface="Gill Sans"/>
                <a:sym typeface="Gill Sans"/>
              </a:rPr>
              <a:t>CREACIÓN DEL PROYECTO MAUI</a:t>
            </a:r>
            <a:endParaRPr b="1" sz="1200">
              <a:solidFill>
                <a:srgbClr val="FFFF00"/>
              </a:solidFill>
              <a:latin typeface="Gill Sans"/>
              <a:ea typeface="Gill Sans"/>
              <a:cs typeface="Gill Sans"/>
              <a:sym typeface="Gill Sans"/>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solidFill>
                <a:schemeClr val="dk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solidFill>
                <a:schemeClr val="dk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MOVIL</a:t>
            </a:r>
            <a:endParaRPr>
              <a:solidFill>
                <a:schemeClr val="dk1"/>
              </a:solidFill>
            </a:endParaRPr>
          </a:p>
          <a:p>
            <a:pPr indent="-306000" lvl="0" marL="3060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CONCLUSIONES</a:t>
            </a:r>
            <a:endParaRPr>
              <a:solidFill>
                <a:schemeClr val="dk1"/>
              </a:solidFill>
            </a:endParaRPr>
          </a:p>
          <a:p>
            <a:pPr indent="-306000" lvl="0" marL="3060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RECOMENDACIONES</a:t>
            </a:r>
            <a:endParaRPr>
              <a:solidFill>
                <a:schemeClr val="dk1"/>
              </a:solidFill>
            </a:endParaRPr>
          </a:p>
          <a:p>
            <a:pPr indent="0" lvl="0" marL="457200" rtl="0" algn="l">
              <a:spcBef>
                <a:spcPts val="840"/>
              </a:spcBef>
              <a:spcAft>
                <a:spcPts val="0"/>
              </a:spcAft>
              <a:buClr>
                <a:schemeClr val="dk1"/>
              </a:buClr>
              <a:buSzPts val="1400"/>
              <a:buFont typeface="Arial"/>
              <a:buNone/>
            </a:pPr>
            <a:r>
              <a:t/>
            </a:r>
            <a:endParaRPr>
              <a:solidFill>
                <a:schemeClr val="dk1"/>
              </a:solidFill>
            </a:endParaRPr>
          </a:p>
          <a:p>
            <a:pPr indent="0" lvl="0" marL="457200" rtl="0" algn="l">
              <a:spcBef>
                <a:spcPts val="840"/>
              </a:spcBef>
              <a:spcAft>
                <a:spcPts val="0"/>
              </a:spcAft>
              <a:buClr>
                <a:schemeClr val="dk1"/>
              </a:buClr>
              <a:buSzPts val="1400"/>
              <a:buFont typeface="Arial"/>
              <a:buNone/>
            </a:pPr>
            <a:r>
              <a:t/>
            </a:r>
            <a:endParaRPr>
              <a:solidFill>
                <a:schemeClr val="dk1"/>
              </a:solidFill>
            </a:endParaRPr>
          </a:p>
          <a:p>
            <a:pPr indent="0" lvl="0" marL="457200" rtl="0" algn="l">
              <a:spcBef>
                <a:spcPts val="840"/>
              </a:spcBef>
              <a:spcAft>
                <a:spcPts val="0"/>
              </a:spcAft>
              <a:buClr>
                <a:schemeClr val="dk1"/>
              </a:buClr>
              <a:buSzPts val="1400"/>
              <a:buFont typeface="Arial"/>
              <a:buNone/>
            </a:pPr>
            <a:r>
              <a:t/>
            </a:r>
            <a:endParaRPr>
              <a:solidFill>
                <a:schemeClr val="dk1"/>
              </a:solidFill>
            </a:endParaRPr>
          </a:p>
          <a:p>
            <a:pPr indent="0" lvl="0" marL="457200" marR="0" rtl="0" algn="l">
              <a:lnSpc>
                <a:spcPct val="100000"/>
              </a:lnSpc>
              <a:spcBef>
                <a:spcPts val="840"/>
              </a:spcBef>
              <a:spcAft>
                <a:spcPts val="0"/>
              </a:spcAft>
              <a:buClr>
                <a:srgbClr val="000000"/>
              </a:buClr>
              <a:buSzPts val="1400"/>
              <a:buFont typeface="Arial"/>
              <a:buNone/>
            </a:pPr>
            <a:r>
              <a:t/>
            </a:r>
            <a:endParaRPr/>
          </a:p>
        </p:txBody>
      </p:sp>
      <p:graphicFrame>
        <p:nvGraphicFramePr>
          <p:cNvPr id="529" name="Google Shape;529;p65"/>
          <p:cNvGraphicFramePr/>
          <p:nvPr/>
        </p:nvGraphicFramePr>
        <p:xfrm>
          <a:off x="2332825" y="2024213"/>
          <a:ext cx="3000000" cy="3000000"/>
        </p:xfrm>
        <a:graphic>
          <a:graphicData uri="http://schemas.openxmlformats.org/drawingml/2006/table">
            <a:tbl>
              <a:tblPr>
                <a:noFill/>
                <a:tableStyleId>{BF136021-7255-42B7-A7E7-87A8D8FFE9CA}</a:tableStyleId>
              </a:tblPr>
              <a:tblGrid>
                <a:gridCol w="6484300"/>
              </a:tblGrid>
              <a:tr h="4003675">
                <a:tc>
                  <a:txBody>
                    <a:bodyPr/>
                    <a:lstStyle/>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var docFault = XDocument.Parse(responseXml);</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var faultString = docFault.Descendants().FirstOrDefault(x =&gt; x.Name.LocalName == "faultstring")?.Value;</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throw new Exception($"Error del servidor SOAP: {faultString ?? response.StatusCode.ToString()}");</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 3. Extraer el resultado double</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var doc = XDocument.Parse(responseXml);</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var resultElement = doc.Descendants().FirstOrDefault(x =&gt; x.Name.LocalName == "return");</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if (resultElement != null &amp;&amp; double.TryParse(resultElement.Value, NumberStyles.Any, CultureInfo.InvariantCulture, out double resultado))</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return resultado;</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throw new Exception("No se pudo parsear el resultado matemático del XML.");</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a:t>
                      </a:r>
                      <a:endParaRPr sz="900">
                        <a:solidFill>
                          <a:srgbClr val="4F81BD"/>
                        </a:solidFill>
                        <a:latin typeface="Calibri"/>
                        <a:ea typeface="Calibri"/>
                        <a:cs typeface="Calibri"/>
                        <a:sym typeface="Calibri"/>
                      </a:endParaRPr>
                    </a:p>
                  </a:txBody>
                  <a:tcPr marT="63500" marB="63500" marR="63500" marL="63500"/>
                </a:tc>
              </a:tr>
            </a:tbl>
          </a:graphicData>
        </a:graphic>
      </p:graphicFrame>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3" name="Shape 533"/>
        <p:cNvGrpSpPr/>
        <p:nvPr/>
      </p:nvGrpSpPr>
      <p:grpSpPr>
        <a:xfrm>
          <a:off x="0" y="0"/>
          <a:ext cx="0" cy="0"/>
          <a:chOff x="0" y="0"/>
          <a:chExt cx="0" cy="0"/>
        </a:xfrm>
      </p:grpSpPr>
      <p:sp>
        <p:nvSpPr>
          <p:cNvPr id="534" name="Google Shape;534;p66"/>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535" name="Google Shape;535;p66"/>
          <p:cNvSpPr/>
          <p:nvPr/>
        </p:nvSpPr>
        <p:spPr>
          <a:xfrm>
            <a:off x="9383697" y="14347"/>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400"/>
              <a:buFont typeface="Arial"/>
              <a:buNone/>
            </a:pPr>
            <a:r>
              <a:t/>
            </a:r>
            <a:endParaRPr/>
          </a:p>
          <a:p>
            <a:pPr indent="-306000" lvl="0" marL="3060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DESARROLLO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SERVIDOR RESTful</a:t>
            </a:r>
            <a:endParaRPr>
              <a:solidFill>
                <a:schemeClr val="lt1"/>
              </a:solidFill>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12096" lvl="1" marL="763200" rtl="0" algn="l">
              <a:spcBef>
                <a:spcPts val="840"/>
              </a:spcBef>
              <a:spcAft>
                <a:spcPts val="0"/>
              </a:spcAft>
              <a:buClr>
                <a:schemeClr val="accent2"/>
              </a:buClr>
              <a:buSzPts val="1200"/>
              <a:buFont typeface="Gill Sans"/>
              <a:buChar char="◼"/>
            </a:pPr>
            <a:r>
              <a:rPr b="1" lang="es-ES" sz="1200">
                <a:solidFill>
                  <a:schemeClr val="lt1"/>
                </a:solidFill>
                <a:latin typeface="Gill Sans"/>
                <a:ea typeface="Gill Sans"/>
                <a:cs typeface="Gill Sans"/>
                <a:sym typeface="Gill Sans"/>
              </a:rPr>
              <a:t>CREACIÓN DEL PROYECTO MAUI</a:t>
            </a:r>
            <a:endParaRPr b="1" sz="1200">
              <a:solidFill>
                <a:schemeClr val="lt1"/>
              </a:solidFill>
              <a:latin typeface="Gill Sans"/>
              <a:ea typeface="Gill Sans"/>
              <a:cs typeface="Gill Sans"/>
              <a:sym typeface="Gill Sans"/>
            </a:endParaRPr>
          </a:p>
          <a:p>
            <a:pPr indent="-306000" lvl="1" marL="763200" rtl="0" algn="l">
              <a:spcBef>
                <a:spcPts val="840"/>
              </a:spcBef>
              <a:spcAft>
                <a:spcPts val="0"/>
              </a:spcAft>
              <a:buClr>
                <a:srgbClr val="FFFF00"/>
              </a:buClr>
              <a:buSzPts val="1104"/>
              <a:buFont typeface="Noto Sans Symbols"/>
              <a:buChar char="◼"/>
            </a:pPr>
            <a:r>
              <a:rPr b="1" lang="es-ES" sz="1200">
                <a:solidFill>
                  <a:srgbClr val="FFFF00"/>
                </a:solidFill>
                <a:latin typeface="Gill Sans"/>
                <a:ea typeface="Gill Sans"/>
                <a:cs typeface="Gill Sans"/>
                <a:sym typeface="Gill Sans"/>
              </a:rPr>
              <a:t>CREACIÓN DEL PROYECTO – CLIENTE ESCRITORIO</a:t>
            </a:r>
            <a:endParaRPr>
              <a:solidFill>
                <a:srgbClr val="FFFF00"/>
              </a:solidFill>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MOVIL</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CONCLUSIONES</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RECOMENDACIONES</a:t>
            </a:r>
            <a:endParaRPr/>
          </a:p>
          <a:p>
            <a:pPr indent="0" lvl="0" marL="457200" rtl="0" algn="l">
              <a:spcBef>
                <a:spcPts val="840"/>
              </a:spcBef>
              <a:spcAft>
                <a:spcPts val="0"/>
              </a:spcAft>
              <a:buClr>
                <a:srgbClr val="000000"/>
              </a:buClr>
              <a:buSzPts val="1400"/>
              <a:buFont typeface="Arial"/>
              <a:buNone/>
            </a:pPr>
            <a:r>
              <a:t/>
            </a:r>
            <a:endParaRPr/>
          </a:p>
          <a:p>
            <a:pPr indent="0" lvl="0" marL="457200" rtl="0" algn="l">
              <a:spcBef>
                <a:spcPts val="840"/>
              </a:spcBef>
              <a:spcAft>
                <a:spcPts val="0"/>
              </a:spcAft>
              <a:buClr>
                <a:srgbClr val="000000"/>
              </a:buClr>
              <a:buSzPts val="1400"/>
              <a:buFont typeface="Arial"/>
              <a:buNone/>
            </a:pPr>
            <a:r>
              <a:t/>
            </a:r>
            <a:endParaRPr/>
          </a:p>
          <a:p>
            <a:pPr indent="0" lvl="0" marL="457200" marR="0" rtl="0" algn="l">
              <a:lnSpc>
                <a:spcPct val="100000"/>
              </a:lnSpc>
              <a:spcBef>
                <a:spcPts val="840"/>
              </a:spcBef>
              <a:spcAft>
                <a:spcPts val="0"/>
              </a:spcAft>
              <a:buClr>
                <a:srgbClr val="000000"/>
              </a:buClr>
              <a:buSzPts val="1400"/>
              <a:buFont typeface="Arial"/>
              <a:buNone/>
            </a:pPr>
            <a:r>
              <a:t/>
            </a:r>
            <a:endParaRPr/>
          </a:p>
        </p:txBody>
      </p:sp>
      <p:sp>
        <p:nvSpPr>
          <p:cNvPr id="536" name="Google Shape;536;p66"/>
          <p:cNvSpPr txBox="1"/>
          <p:nvPr>
            <p:ph idx="1" type="body"/>
          </p:nvPr>
        </p:nvSpPr>
        <p:spPr>
          <a:xfrm>
            <a:off x="581200" y="1902979"/>
            <a:ext cx="8589300" cy="1170900"/>
          </a:xfrm>
          <a:prstGeom prst="rect">
            <a:avLst/>
          </a:prstGeom>
          <a:noFill/>
          <a:ln>
            <a:noFill/>
          </a:ln>
        </p:spPr>
        <p:txBody>
          <a:bodyPr anchorCtr="0" anchor="ctr" bIns="45700" lIns="91425" spcFirstLastPara="1" rIns="91425" wrap="square" tIns="45700">
            <a:normAutofit/>
          </a:bodyPr>
          <a:lstStyle/>
          <a:p>
            <a:pPr indent="-333753" lvl="0" marL="457200" rtl="0" algn="just">
              <a:lnSpc>
                <a:spcPct val="107000"/>
              </a:lnSpc>
              <a:spcBef>
                <a:spcPts val="0"/>
              </a:spcBef>
              <a:spcAft>
                <a:spcPts val="0"/>
              </a:spcAft>
              <a:buSzPts val="1656"/>
              <a:buChar char="●"/>
            </a:pPr>
            <a:r>
              <a:rPr lang="es-ES" sz="1564">
                <a:latin typeface="Cambria"/>
                <a:ea typeface="Cambria"/>
                <a:cs typeface="Cambria"/>
                <a:sym typeface="Cambria"/>
              </a:rPr>
              <a:t>Para el cliente desktop se debe crear la instancia que llame al codigo que esta en el proyecto .shared, por lo que el codigo se ve asi, es el mismo que el de movil, sol cambiará la adaptación de la plataforma que se llame</a:t>
            </a:r>
            <a:endParaRPr>
              <a:latin typeface="Cambria"/>
              <a:ea typeface="Cambria"/>
              <a:cs typeface="Cambria"/>
              <a:sym typeface="Cambria"/>
            </a:endParaRPr>
          </a:p>
        </p:txBody>
      </p:sp>
      <p:sp>
        <p:nvSpPr>
          <p:cNvPr id="537" name="Google Shape;537;p66"/>
          <p:cNvSpPr txBox="1"/>
          <p:nvPr>
            <p:ph idx="1" type="body"/>
          </p:nvPr>
        </p:nvSpPr>
        <p:spPr>
          <a:xfrm>
            <a:off x="122575" y="2429475"/>
            <a:ext cx="1643700" cy="3877800"/>
          </a:xfrm>
          <a:prstGeom prst="rect">
            <a:avLst/>
          </a:prstGeom>
          <a:noFill/>
          <a:ln>
            <a:noFill/>
          </a:ln>
        </p:spPr>
        <p:txBody>
          <a:bodyPr anchorCtr="0" anchor="ctr" bIns="45700" lIns="91425" spcFirstLastPara="1" rIns="91425" wrap="square" tIns="45700">
            <a:normAutofit/>
          </a:bodyPr>
          <a:lstStyle/>
          <a:p>
            <a:pPr indent="-327406" lvl="0" marL="457200" rtl="0" algn="l">
              <a:lnSpc>
                <a:spcPct val="150000"/>
              </a:lnSpc>
              <a:spcBef>
                <a:spcPts val="0"/>
              </a:spcBef>
              <a:spcAft>
                <a:spcPts val="0"/>
              </a:spcAft>
              <a:buSzPts val="1556"/>
              <a:buChar char="∙"/>
            </a:pPr>
            <a:r>
              <a:rPr lang="es-ES" sz="1100">
                <a:solidFill>
                  <a:schemeClr val="dk1"/>
                </a:solidFill>
                <a:latin typeface="Calibri"/>
                <a:ea typeface="Calibri"/>
                <a:cs typeface="Calibri"/>
                <a:sym typeface="Calibri"/>
              </a:rPr>
              <a:t>A continuación se detallarán las clases principales con su código fuente.</a:t>
            </a:r>
            <a:endParaRPr sz="1100">
              <a:solidFill>
                <a:schemeClr val="dk1"/>
              </a:solidFill>
              <a:latin typeface="Calibri"/>
              <a:ea typeface="Calibri"/>
              <a:cs typeface="Calibri"/>
              <a:sym typeface="Calibri"/>
            </a:endParaRPr>
          </a:p>
          <a:p>
            <a:pPr indent="-304800" lvl="0" marL="457200" rtl="0" algn="just">
              <a:lnSpc>
                <a:spcPct val="107000"/>
              </a:lnSpc>
              <a:spcBef>
                <a:spcPts val="0"/>
              </a:spcBef>
              <a:spcAft>
                <a:spcPts val="0"/>
              </a:spcAft>
              <a:buSzPts val="1200"/>
              <a:buFont typeface="Cambria"/>
              <a:buChar char="∙"/>
            </a:pPr>
            <a:r>
              <a:t/>
            </a:r>
            <a:endParaRPr sz="1200">
              <a:latin typeface="Cambria"/>
              <a:ea typeface="Cambria"/>
              <a:cs typeface="Cambria"/>
              <a:sym typeface="Cambria"/>
            </a:endParaRPr>
          </a:p>
        </p:txBody>
      </p:sp>
      <p:graphicFrame>
        <p:nvGraphicFramePr>
          <p:cNvPr id="538" name="Google Shape;538;p66"/>
          <p:cNvGraphicFramePr/>
          <p:nvPr/>
        </p:nvGraphicFramePr>
        <p:xfrm>
          <a:off x="2332838" y="3073863"/>
          <a:ext cx="3000000" cy="3000000"/>
        </p:xfrm>
        <a:graphic>
          <a:graphicData uri="http://schemas.openxmlformats.org/drawingml/2006/table">
            <a:tbl>
              <a:tblPr>
                <a:noFill/>
                <a:tableStyleId>{BF136021-7255-42B7-A7E7-87A8D8FFE9CA}</a:tableStyleId>
              </a:tblPr>
              <a:tblGrid>
                <a:gridCol w="6484300"/>
              </a:tblGrid>
              <a:tr h="3453000">
                <a:tc>
                  <a:txBody>
                    <a:bodyPr/>
                    <a:lstStyle/>
                    <a:p>
                      <a:pPr indent="0" lvl="0" marL="0" rtl="0" algn="l">
                        <a:lnSpc>
                          <a:spcPct val="144000"/>
                        </a:lnSpc>
                        <a:spcBef>
                          <a:spcPts val="0"/>
                        </a:spcBef>
                        <a:spcAft>
                          <a:spcPts val="0"/>
                        </a:spcAft>
                        <a:buClr>
                          <a:schemeClr val="dk1"/>
                        </a:buClr>
                        <a:buSzPts val="1100"/>
                        <a:buFont typeface="Arial"/>
                        <a:buNone/>
                      </a:pPr>
                      <a:r>
                        <a:rPr lang="es-ES" sz="900">
                          <a:solidFill>
                            <a:srgbClr val="4F81BD"/>
                          </a:solidFill>
                          <a:latin typeface="Calibri"/>
                          <a:ea typeface="Calibri"/>
                          <a:cs typeface="Calibri"/>
                          <a:sym typeface="Calibri"/>
                        </a:rPr>
                        <a:t>using Microsoft.Extensions.Logging;</a:t>
                      </a:r>
                      <a:endParaRPr sz="900">
                        <a:solidFill>
                          <a:srgbClr val="4F81BD"/>
                        </a:solidFill>
                        <a:latin typeface="Calibri"/>
                        <a:ea typeface="Calibri"/>
                        <a:cs typeface="Calibri"/>
                        <a:sym typeface="Calibri"/>
                      </a:endParaRPr>
                    </a:p>
                    <a:p>
                      <a:pPr indent="0" lvl="0" marL="0" rtl="0" algn="l">
                        <a:lnSpc>
                          <a:spcPct val="144000"/>
                        </a:lnSpc>
                        <a:spcBef>
                          <a:spcPts val="0"/>
                        </a:spcBef>
                        <a:spcAft>
                          <a:spcPts val="0"/>
                        </a:spcAft>
                        <a:buClr>
                          <a:schemeClr val="dk1"/>
                        </a:buClr>
                        <a:buSzPts val="1100"/>
                        <a:buFont typeface="Arial"/>
                        <a:buNone/>
                      </a:pPr>
                      <a:r>
                        <a:rPr lang="es-ES" sz="900">
                          <a:solidFill>
                            <a:srgbClr val="4F81BD"/>
                          </a:solidFill>
                          <a:latin typeface="Calibri"/>
                          <a:ea typeface="Calibri"/>
                          <a:cs typeface="Calibri"/>
                          <a:sym typeface="Calibri"/>
                        </a:rPr>
                        <a:t>using Microsoft.Extensions.DependencyInjection;</a:t>
                      </a:r>
                      <a:endParaRPr sz="900">
                        <a:solidFill>
                          <a:srgbClr val="4F81BD"/>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t/>
                      </a:r>
                      <a:endParaRPr sz="1100">
                        <a:solidFill>
                          <a:schemeClr val="dk1"/>
                        </a:solidFill>
                      </a:endParaRPr>
                    </a:p>
                    <a:p>
                      <a:pPr indent="0" lvl="0" marL="0" rtl="0" algn="l">
                        <a:lnSpc>
                          <a:spcPct val="144000"/>
                        </a:lnSpc>
                        <a:spcBef>
                          <a:spcPts val="0"/>
                        </a:spcBef>
                        <a:spcAft>
                          <a:spcPts val="0"/>
                        </a:spcAft>
                        <a:buClr>
                          <a:schemeClr val="dk1"/>
                        </a:buClr>
                        <a:buSzPts val="1100"/>
                        <a:buFont typeface="Arial"/>
                        <a:buNone/>
                      </a:pPr>
                      <a:r>
                        <a:rPr lang="es-ES" sz="900">
                          <a:solidFill>
                            <a:srgbClr val="4F81BD"/>
                          </a:solidFill>
                          <a:latin typeface="Calibri"/>
                          <a:ea typeface="Calibri"/>
                          <a:cs typeface="Calibri"/>
                          <a:sym typeface="Calibri"/>
                        </a:rPr>
                        <a:t>namespace SistemaConversorUI.Maui</a:t>
                      </a:r>
                      <a:endParaRPr sz="900">
                        <a:solidFill>
                          <a:srgbClr val="4F81BD"/>
                        </a:solidFill>
                        <a:latin typeface="Calibri"/>
                        <a:ea typeface="Calibri"/>
                        <a:cs typeface="Calibri"/>
                        <a:sym typeface="Calibri"/>
                      </a:endParaRPr>
                    </a:p>
                    <a:p>
                      <a:pPr indent="0" lvl="0" marL="0" rtl="0" algn="l">
                        <a:lnSpc>
                          <a:spcPct val="144000"/>
                        </a:lnSpc>
                        <a:spcBef>
                          <a:spcPts val="0"/>
                        </a:spcBef>
                        <a:spcAft>
                          <a:spcPts val="0"/>
                        </a:spcAft>
                        <a:buClr>
                          <a:schemeClr val="dk1"/>
                        </a:buClr>
                        <a:buSzPts val="1100"/>
                        <a:buFont typeface="Arial"/>
                        <a:buNone/>
                      </a:pPr>
                      <a:r>
                        <a:rPr lang="es-ES" sz="900">
                          <a:solidFill>
                            <a:srgbClr val="4F81BD"/>
                          </a:solidFill>
                          <a:latin typeface="Calibri"/>
                          <a:ea typeface="Calibri"/>
                          <a:cs typeface="Calibri"/>
                          <a:sym typeface="Calibri"/>
                        </a:rPr>
                        <a:t>{</a:t>
                      </a:r>
                      <a:endParaRPr sz="900">
                        <a:solidFill>
                          <a:srgbClr val="4F81BD"/>
                        </a:solidFill>
                        <a:latin typeface="Calibri"/>
                        <a:ea typeface="Calibri"/>
                        <a:cs typeface="Calibri"/>
                        <a:sym typeface="Calibri"/>
                      </a:endParaRPr>
                    </a:p>
                    <a:p>
                      <a:pPr indent="0" lvl="0" marL="0" rtl="0" algn="l">
                        <a:lnSpc>
                          <a:spcPct val="144000"/>
                        </a:lnSpc>
                        <a:spcBef>
                          <a:spcPts val="0"/>
                        </a:spcBef>
                        <a:spcAft>
                          <a:spcPts val="0"/>
                        </a:spcAft>
                        <a:buClr>
                          <a:schemeClr val="dk1"/>
                        </a:buClr>
                        <a:buSzPts val="1100"/>
                        <a:buFont typeface="Arial"/>
                        <a:buNone/>
                      </a:pPr>
                      <a:r>
                        <a:rPr lang="es-ES" sz="900">
                          <a:solidFill>
                            <a:srgbClr val="4F81BD"/>
                          </a:solidFill>
                          <a:latin typeface="Calibri"/>
                          <a:ea typeface="Calibri"/>
                          <a:cs typeface="Calibri"/>
                          <a:sym typeface="Calibri"/>
                        </a:rPr>
                        <a:t>    public static class MauiProgram</a:t>
                      </a:r>
                      <a:endParaRPr sz="900">
                        <a:solidFill>
                          <a:srgbClr val="4F81BD"/>
                        </a:solidFill>
                        <a:latin typeface="Calibri"/>
                        <a:ea typeface="Calibri"/>
                        <a:cs typeface="Calibri"/>
                        <a:sym typeface="Calibri"/>
                      </a:endParaRPr>
                    </a:p>
                    <a:p>
                      <a:pPr indent="0" lvl="0" marL="0" rtl="0" algn="l">
                        <a:lnSpc>
                          <a:spcPct val="144000"/>
                        </a:lnSpc>
                        <a:spcBef>
                          <a:spcPts val="0"/>
                        </a:spcBef>
                        <a:spcAft>
                          <a:spcPts val="0"/>
                        </a:spcAft>
                        <a:buClr>
                          <a:schemeClr val="dk1"/>
                        </a:buClr>
                        <a:buSzPts val="1100"/>
                        <a:buFont typeface="Arial"/>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indent="0" lvl="0" marL="0" rtl="0" algn="l">
                        <a:lnSpc>
                          <a:spcPct val="144000"/>
                        </a:lnSpc>
                        <a:spcBef>
                          <a:spcPts val="0"/>
                        </a:spcBef>
                        <a:spcAft>
                          <a:spcPts val="0"/>
                        </a:spcAft>
                        <a:buClr>
                          <a:schemeClr val="dk1"/>
                        </a:buClr>
                        <a:buSzPts val="1100"/>
                        <a:buFont typeface="Arial"/>
                        <a:buNone/>
                      </a:pPr>
                      <a:r>
                        <a:rPr lang="es-ES" sz="900">
                          <a:solidFill>
                            <a:srgbClr val="4F81BD"/>
                          </a:solidFill>
                          <a:latin typeface="Calibri"/>
                          <a:ea typeface="Calibri"/>
                          <a:cs typeface="Calibri"/>
                          <a:sym typeface="Calibri"/>
                        </a:rPr>
                        <a:t>        public static MauiApp CreateMauiApp()</a:t>
                      </a:r>
                      <a:endParaRPr sz="900">
                        <a:solidFill>
                          <a:srgbClr val="4F81BD"/>
                        </a:solidFill>
                        <a:latin typeface="Calibri"/>
                        <a:ea typeface="Calibri"/>
                        <a:cs typeface="Calibri"/>
                        <a:sym typeface="Calibri"/>
                      </a:endParaRPr>
                    </a:p>
                    <a:p>
                      <a:pPr indent="0" lvl="0" marL="0" rtl="0" algn="l">
                        <a:lnSpc>
                          <a:spcPct val="144000"/>
                        </a:lnSpc>
                        <a:spcBef>
                          <a:spcPts val="0"/>
                        </a:spcBef>
                        <a:spcAft>
                          <a:spcPts val="0"/>
                        </a:spcAft>
                        <a:buClr>
                          <a:schemeClr val="dk1"/>
                        </a:buClr>
                        <a:buSzPts val="1100"/>
                        <a:buFont typeface="Arial"/>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indent="0" lvl="0" marL="0" rtl="0" algn="l">
                        <a:lnSpc>
                          <a:spcPct val="144000"/>
                        </a:lnSpc>
                        <a:spcBef>
                          <a:spcPts val="0"/>
                        </a:spcBef>
                        <a:spcAft>
                          <a:spcPts val="0"/>
                        </a:spcAft>
                        <a:buClr>
                          <a:schemeClr val="dk1"/>
                        </a:buClr>
                        <a:buSzPts val="1100"/>
                        <a:buFont typeface="Arial"/>
                        <a:buNone/>
                      </a:pPr>
                      <a:r>
                        <a:rPr lang="es-ES" sz="900">
                          <a:solidFill>
                            <a:srgbClr val="4F81BD"/>
                          </a:solidFill>
                          <a:latin typeface="Calibri"/>
                          <a:ea typeface="Calibri"/>
                          <a:cs typeface="Calibri"/>
                          <a:sym typeface="Calibri"/>
                        </a:rPr>
                        <a:t>            var builder = MauiApp.CreateBuilder();</a:t>
                      </a:r>
                      <a:endParaRPr sz="900">
                        <a:solidFill>
                          <a:srgbClr val="4F81BD"/>
                        </a:solidFill>
                        <a:latin typeface="Calibri"/>
                        <a:ea typeface="Calibri"/>
                        <a:cs typeface="Calibri"/>
                        <a:sym typeface="Calibri"/>
                      </a:endParaRPr>
                    </a:p>
                    <a:p>
                      <a:pPr indent="0" lvl="0" marL="0" rtl="0" algn="l">
                        <a:lnSpc>
                          <a:spcPct val="144000"/>
                        </a:lnSpc>
                        <a:spcBef>
                          <a:spcPts val="0"/>
                        </a:spcBef>
                        <a:spcAft>
                          <a:spcPts val="0"/>
                        </a:spcAft>
                        <a:buClr>
                          <a:schemeClr val="dk1"/>
                        </a:buClr>
                        <a:buSzPts val="1100"/>
                        <a:buFont typeface="Arial"/>
                        <a:buNone/>
                      </a:pPr>
                      <a:r>
                        <a:rPr lang="es-ES" sz="900">
                          <a:solidFill>
                            <a:srgbClr val="4F81BD"/>
                          </a:solidFill>
                          <a:latin typeface="Calibri"/>
                          <a:ea typeface="Calibri"/>
                          <a:cs typeface="Calibri"/>
                          <a:sym typeface="Calibri"/>
                        </a:rPr>
                        <a:t>            builder</a:t>
                      </a:r>
                      <a:endParaRPr sz="900">
                        <a:solidFill>
                          <a:srgbClr val="4F81BD"/>
                        </a:solidFill>
                        <a:latin typeface="Calibri"/>
                        <a:ea typeface="Calibri"/>
                        <a:cs typeface="Calibri"/>
                        <a:sym typeface="Calibri"/>
                      </a:endParaRPr>
                    </a:p>
                    <a:p>
                      <a:pPr indent="0" lvl="0" marL="0" rtl="0" algn="l">
                        <a:lnSpc>
                          <a:spcPct val="144000"/>
                        </a:lnSpc>
                        <a:spcBef>
                          <a:spcPts val="0"/>
                        </a:spcBef>
                        <a:spcAft>
                          <a:spcPts val="0"/>
                        </a:spcAft>
                        <a:buClr>
                          <a:schemeClr val="dk1"/>
                        </a:buClr>
                        <a:buSzPts val="1100"/>
                        <a:buFont typeface="Arial"/>
                        <a:buNone/>
                      </a:pPr>
                      <a:r>
                        <a:rPr lang="es-ES" sz="900">
                          <a:solidFill>
                            <a:srgbClr val="4F81BD"/>
                          </a:solidFill>
                          <a:latin typeface="Calibri"/>
                          <a:ea typeface="Calibri"/>
                          <a:cs typeface="Calibri"/>
                          <a:sym typeface="Calibri"/>
                        </a:rPr>
                        <a:t>                .UseMauiApp&lt;App&gt;()</a:t>
                      </a:r>
                      <a:endParaRPr sz="900">
                        <a:solidFill>
                          <a:srgbClr val="4F81BD"/>
                        </a:solidFill>
                        <a:latin typeface="Calibri"/>
                        <a:ea typeface="Calibri"/>
                        <a:cs typeface="Calibri"/>
                        <a:sym typeface="Calibri"/>
                      </a:endParaRPr>
                    </a:p>
                    <a:p>
                      <a:pPr indent="0" lvl="0" marL="0" rtl="0" algn="l">
                        <a:lnSpc>
                          <a:spcPct val="144000"/>
                        </a:lnSpc>
                        <a:spcBef>
                          <a:spcPts val="0"/>
                        </a:spcBef>
                        <a:spcAft>
                          <a:spcPts val="0"/>
                        </a:spcAft>
                        <a:buClr>
                          <a:schemeClr val="dk1"/>
                        </a:buClr>
                        <a:buSzPts val="1100"/>
                        <a:buFont typeface="Arial"/>
                        <a:buNone/>
                      </a:pPr>
                      <a:r>
                        <a:rPr lang="es-ES" sz="900">
                          <a:solidFill>
                            <a:srgbClr val="4F81BD"/>
                          </a:solidFill>
                          <a:latin typeface="Calibri"/>
                          <a:ea typeface="Calibri"/>
                          <a:cs typeface="Calibri"/>
                          <a:sym typeface="Calibri"/>
                        </a:rPr>
                        <a:t>                .ConfigureFonts(fonts =&gt;</a:t>
                      </a:r>
                      <a:endParaRPr sz="900">
                        <a:solidFill>
                          <a:srgbClr val="4F81BD"/>
                        </a:solidFill>
                        <a:latin typeface="Calibri"/>
                        <a:ea typeface="Calibri"/>
                        <a:cs typeface="Calibri"/>
                        <a:sym typeface="Calibri"/>
                      </a:endParaRPr>
                    </a:p>
                    <a:p>
                      <a:pPr indent="0" lvl="0" marL="0" rtl="0" algn="l">
                        <a:lnSpc>
                          <a:spcPct val="144000"/>
                        </a:lnSpc>
                        <a:spcBef>
                          <a:spcPts val="0"/>
                        </a:spcBef>
                        <a:spcAft>
                          <a:spcPts val="0"/>
                        </a:spcAft>
                        <a:buClr>
                          <a:schemeClr val="dk1"/>
                        </a:buClr>
                        <a:buSzPts val="1100"/>
                        <a:buFont typeface="Arial"/>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indent="0" lvl="0" marL="0" rtl="0" algn="l">
                        <a:lnSpc>
                          <a:spcPct val="144000"/>
                        </a:lnSpc>
                        <a:spcBef>
                          <a:spcPts val="0"/>
                        </a:spcBef>
                        <a:spcAft>
                          <a:spcPts val="0"/>
                        </a:spcAft>
                        <a:buClr>
                          <a:schemeClr val="dk1"/>
                        </a:buClr>
                        <a:buSzPts val="1100"/>
                        <a:buFont typeface="Arial"/>
                        <a:buNone/>
                      </a:pPr>
                      <a:r>
                        <a:rPr lang="es-ES" sz="900">
                          <a:solidFill>
                            <a:srgbClr val="4F81BD"/>
                          </a:solidFill>
                          <a:latin typeface="Calibri"/>
                          <a:ea typeface="Calibri"/>
                          <a:cs typeface="Calibri"/>
                          <a:sym typeface="Calibri"/>
                        </a:rPr>
                        <a:t>                    fonts.AddFont("OpenSans-Regular.ttf", "OpenSansRegular");</a:t>
                      </a:r>
                      <a:endParaRPr sz="900">
                        <a:solidFill>
                          <a:srgbClr val="4F81BD"/>
                        </a:solidFill>
                        <a:latin typeface="Calibri"/>
                        <a:ea typeface="Calibri"/>
                        <a:cs typeface="Calibri"/>
                        <a:sym typeface="Calibri"/>
                      </a:endParaRPr>
                    </a:p>
                    <a:p>
                      <a:pPr indent="0" lvl="0" marL="0" rtl="0" algn="l">
                        <a:lnSpc>
                          <a:spcPct val="144000"/>
                        </a:lnSpc>
                        <a:spcBef>
                          <a:spcPts val="0"/>
                        </a:spcBef>
                        <a:spcAft>
                          <a:spcPts val="0"/>
                        </a:spcAft>
                        <a:buClr>
                          <a:schemeClr val="dk1"/>
                        </a:buClr>
                        <a:buSzPts val="1100"/>
                        <a:buFont typeface="Arial"/>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indent="0" lvl="0" marL="0" rtl="0" algn="l">
                        <a:lnSpc>
                          <a:spcPct val="144000"/>
                        </a:lnSpc>
                        <a:spcBef>
                          <a:spcPts val="0"/>
                        </a:spcBef>
                        <a:spcAft>
                          <a:spcPts val="0"/>
                        </a:spcAft>
                        <a:buNone/>
                      </a:pPr>
                      <a:r>
                        <a:t/>
                      </a:r>
                      <a:endParaRPr sz="900">
                        <a:solidFill>
                          <a:srgbClr val="4F81BD"/>
                        </a:solidFill>
                        <a:latin typeface="Calibri"/>
                        <a:ea typeface="Calibri"/>
                        <a:cs typeface="Calibri"/>
                        <a:sym typeface="Calibri"/>
                      </a:endParaRPr>
                    </a:p>
                  </a:txBody>
                  <a:tcPr marT="63500" marB="63500" marR="63500" marL="63500"/>
                </a:tc>
              </a:tr>
            </a:tbl>
          </a:graphicData>
        </a:graphic>
      </p:graphicFrame>
      <p:sp>
        <p:nvSpPr>
          <p:cNvPr id="539" name="Google Shape;539;p66"/>
          <p:cNvSpPr txBox="1"/>
          <p:nvPr/>
        </p:nvSpPr>
        <p:spPr>
          <a:xfrm>
            <a:off x="122575" y="1715850"/>
            <a:ext cx="7232400" cy="758100"/>
          </a:xfrm>
          <a:prstGeom prst="rect">
            <a:avLst/>
          </a:prstGeom>
          <a:noFill/>
          <a:ln>
            <a:noFill/>
          </a:ln>
        </p:spPr>
        <p:txBody>
          <a:bodyPr anchorCtr="0" anchor="t" bIns="91425" lIns="91425" spcFirstLastPara="1" rIns="91425" wrap="square" tIns="91425">
            <a:spAutoFit/>
          </a:bodyPr>
          <a:lstStyle/>
          <a:p>
            <a:pPr indent="0" lvl="0" marL="0" rtl="0" algn="just">
              <a:lnSpc>
                <a:spcPct val="107000"/>
              </a:lnSpc>
              <a:spcBef>
                <a:spcPts val="0"/>
              </a:spcBef>
              <a:spcAft>
                <a:spcPts val="0"/>
              </a:spcAft>
              <a:buNone/>
            </a:pPr>
            <a:r>
              <a:rPr b="1" lang="es-ES" sz="1800">
                <a:solidFill>
                  <a:schemeClr val="dk2"/>
                </a:solidFill>
                <a:latin typeface="Cambria"/>
                <a:ea typeface="Cambria"/>
                <a:cs typeface="Cambria"/>
                <a:sym typeface="Cambria"/>
              </a:rPr>
              <a:t>1.6 	CREACIÓN DEL PROYECTO – CLIENTE ESCRITORIO</a:t>
            </a:r>
            <a:br>
              <a:rPr b="1" lang="es-ES" sz="1800">
                <a:solidFill>
                  <a:schemeClr val="dk2"/>
                </a:solidFill>
                <a:latin typeface="Cambria"/>
                <a:ea typeface="Cambria"/>
                <a:cs typeface="Cambria"/>
                <a:sym typeface="Cambria"/>
              </a:rPr>
            </a:br>
            <a:endParaRPr sz="1800">
              <a:solidFill>
                <a:schemeClr val="dk2"/>
              </a:solidFill>
              <a:latin typeface="Gill Sans"/>
              <a:ea typeface="Gill Sans"/>
              <a:cs typeface="Gill Sans"/>
              <a:sym typeface="Gill Sans"/>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3" name="Shape 543"/>
        <p:cNvGrpSpPr/>
        <p:nvPr/>
      </p:nvGrpSpPr>
      <p:grpSpPr>
        <a:xfrm>
          <a:off x="0" y="0"/>
          <a:ext cx="0" cy="0"/>
          <a:chOff x="0" y="0"/>
          <a:chExt cx="0" cy="0"/>
        </a:xfrm>
      </p:grpSpPr>
      <p:sp>
        <p:nvSpPr>
          <p:cNvPr id="544" name="Google Shape;544;p67"/>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545" name="Google Shape;545;p67"/>
          <p:cNvSpPr/>
          <p:nvPr/>
        </p:nvSpPr>
        <p:spPr>
          <a:xfrm>
            <a:off x="9383697" y="14347"/>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400"/>
              <a:buFont typeface="Arial"/>
              <a:buNone/>
            </a:pPr>
            <a:r>
              <a:t/>
            </a:r>
            <a:endParaRPr/>
          </a:p>
          <a:p>
            <a:pPr indent="-306000" lvl="0" marL="3060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DESARROLLO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SERVIDOR RESTful</a:t>
            </a:r>
            <a:endParaRPr>
              <a:solidFill>
                <a:schemeClr val="lt1"/>
              </a:solidFill>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12096" lvl="1" marL="763200" rtl="0" algn="l">
              <a:spcBef>
                <a:spcPts val="840"/>
              </a:spcBef>
              <a:spcAft>
                <a:spcPts val="0"/>
              </a:spcAft>
              <a:buClr>
                <a:schemeClr val="accent2"/>
              </a:buClr>
              <a:buSzPts val="1200"/>
              <a:buFont typeface="Gill Sans"/>
              <a:buChar char="◼"/>
            </a:pPr>
            <a:r>
              <a:rPr b="1" lang="es-ES" sz="1200">
                <a:solidFill>
                  <a:schemeClr val="lt1"/>
                </a:solidFill>
                <a:latin typeface="Gill Sans"/>
                <a:ea typeface="Gill Sans"/>
                <a:cs typeface="Gill Sans"/>
                <a:sym typeface="Gill Sans"/>
              </a:rPr>
              <a:t>CREACIÓN DEL PROYECTO MAUI</a:t>
            </a:r>
            <a:endParaRPr b="1" sz="1200">
              <a:solidFill>
                <a:schemeClr val="lt1"/>
              </a:solidFill>
              <a:latin typeface="Gill Sans"/>
              <a:ea typeface="Gill Sans"/>
              <a:cs typeface="Gill Sans"/>
              <a:sym typeface="Gill Sans"/>
            </a:endParaRPr>
          </a:p>
          <a:p>
            <a:pPr indent="-306000" lvl="1" marL="763200" rtl="0" algn="l">
              <a:spcBef>
                <a:spcPts val="840"/>
              </a:spcBef>
              <a:spcAft>
                <a:spcPts val="0"/>
              </a:spcAft>
              <a:buClr>
                <a:srgbClr val="FFFF00"/>
              </a:buClr>
              <a:buSzPts val="1104"/>
              <a:buFont typeface="Noto Sans Symbols"/>
              <a:buChar char="◼"/>
            </a:pPr>
            <a:r>
              <a:rPr b="1" lang="es-ES" sz="1200">
                <a:solidFill>
                  <a:srgbClr val="FFFF00"/>
                </a:solidFill>
                <a:latin typeface="Gill Sans"/>
                <a:ea typeface="Gill Sans"/>
                <a:cs typeface="Gill Sans"/>
                <a:sym typeface="Gill Sans"/>
              </a:rPr>
              <a:t>CREACIÓN DEL PROYECTO – CLIENTE ESCRITORIO</a:t>
            </a:r>
            <a:endParaRPr>
              <a:solidFill>
                <a:srgbClr val="FFFF00"/>
              </a:solidFill>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MOVIL</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CONCLUSIONES</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RECOMENDACIONES</a:t>
            </a:r>
            <a:endParaRPr/>
          </a:p>
          <a:p>
            <a:pPr indent="0" lvl="0" marL="457200" rtl="0" algn="l">
              <a:spcBef>
                <a:spcPts val="840"/>
              </a:spcBef>
              <a:spcAft>
                <a:spcPts val="0"/>
              </a:spcAft>
              <a:buClr>
                <a:srgbClr val="000000"/>
              </a:buClr>
              <a:buSzPts val="1400"/>
              <a:buFont typeface="Arial"/>
              <a:buNone/>
            </a:pPr>
            <a:r>
              <a:t/>
            </a:r>
            <a:endParaRPr/>
          </a:p>
          <a:p>
            <a:pPr indent="0" lvl="0" marL="457200" rtl="0" algn="l">
              <a:spcBef>
                <a:spcPts val="840"/>
              </a:spcBef>
              <a:spcAft>
                <a:spcPts val="0"/>
              </a:spcAft>
              <a:buClr>
                <a:srgbClr val="000000"/>
              </a:buClr>
              <a:buSzPts val="1400"/>
              <a:buFont typeface="Arial"/>
              <a:buNone/>
            </a:pPr>
            <a:r>
              <a:t/>
            </a:r>
            <a:endParaRPr/>
          </a:p>
          <a:p>
            <a:pPr indent="0" lvl="0" marL="457200" marR="0" rtl="0" algn="l">
              <a:lnSpc>
                <a:spcPct val="100000"/>
              </a:lnSpc>
              <a:spcBef>
                <a:spcPts val="840"/>
              </a:spcBef>
              <a:spcAft>
                <a:spcPts val="0"/>
              </a:spcAft>
              <a:buClr>
                <a:srgbClr val="000000"/>
              </a:buClr>
              <a:buSzPts val="1400"/>
              <a:buFont typeface="Arial"/>
              <a:buNone/>
            </a:pPr>
            <a:r>
              <a:t/>
            </a:r>
            <a:endParaRPr/>
          </a:p>
        </p:txBody>
      </p:sp>
      <p:sp>
        <p:nvSpPr>
          <p:cNvPr id="546" name="Google Shape;546;p67"/>
          <p:cNvSpPr txBox="1"/>
          <p:nvPr>
            <p:ph idx="1" type="body"/>
          </p:nvPr>
        </p:nvSpPr>
        <p:spPr>
          <a:xfrm>
            <a:off x="122575" y="2429475"/>
            <a:ext cx="1643700" cy="3877800"/>
          </a:xfrm>
          <a:prstGeom prst="rect">
            <a:avLst/>
          </a:prstGeom>
          <a:noFill/>
          <a:ln>
            <a:noFill/>
          </a:ln>
        </p:spPr>
        <p:txBody>
          <a:bodyPr anchorCtr="0" anchor="ctr" bIns="45700" lIns="91425" spcFirstLastPara="1" rIns="91425" wrap="square" tIns="45700">
            <a:normAutofit/>
          </a:bodyPr>
          <a:lstStyle/>
          <a:p>
            <a:pPr indent="-327406" lvl="0" marL="457200" rtl="0" algn="l">
              <a:lnSpc>
                <a:spcPct val="150000"/>
              </a:lnSpc>
              <a:spcBef>
                <a:spcPts val="0"/>
              </a:spcBef>
              <a:spcAft>
                <a:spcPts val="0"/>
              </a:spcAft>
              <a:buSzPts val="1556"/>
              <a:buChar char="∙"/>
            </a:pPr>
            <a:r>
              <a:rPr lang="es-ES" sz="1100">
                <a:solidFill>
                  <a:schemeClr val="dk1"/>
                </a:solidFill>
                <a:latin typeface="Calibri"/>
                <a:ea typeface="Calibri"/>
                <a:cs typeface="Calibri"/>
                <a:sym typeface="Calibri"/>
              </a:rPr>
              <a:t>A continuación se detallarán las clases principales con su código fuente.</a:t>
            </a:r>
            <a:endParaRPr sz="1100">
              <a:solidFill>
                <a:schemeClr val="dk1"/>
              </a:solidFill>
              <a:latin typeface="Calibri"/>
              <a:ea typeface="Calibri"/>
              <a:cs typeface="Calibri"/>
              <a:sym typeface="Calibri"/>
            </a:endParaRPr>
          </a:p>
          <a:p>
            <a:pPr indent="-304800" lvl="0" marL="457200" rtl="0" algn="just">
              <a:lnSpc>
                <a:spcPct val="107000"/>
              </a:lnSpc>
              <a:spcBef>
                <a:spcPts val="0"/>
              </a:spcBef>
              <a:spcAft>
                <a:spcPts val="0"/>
              </a:spcAft>
              <a:buSzPts val="1200"/>
              <a:buFont typeface="Cambria"/>
              <a:buChar char="∙"/>
            </a:pPr>
            <a:r>
              <a:t/>
            </a:r>
            <a:endParaRPr sz="1200">
              <a:latin typeface="Cambria"/>
              <a:ea typeface="Cambria"/>
              <a:cs typeface="Cambria"/>
              <a:sym typeface="Cambria"/>
            </a:endParaRPr>
          </a:p>
        </p:txBody>
      </p:sp>
      <p:graphicFrame>
        <p:nvGraphicFramePr>
          <p:cNvPr id="547" name="Google Shape;547;p67"/>
          <p:cNvGraphicFramePr/>
          <p:nvPr/>
        </p:nvGraphicFramePr>
        <p:xfrm>
          <a:off x="2332838" y="2136238"/>
          <a:ext cx="3000000" cy="3000000"/>
        </p:xfrm>
        <a:graphic>
          <a:graphicData uri="http://schemas.openxmlformats.org/drawingml/2006/table">
            <a:tbl>
              <a:tblPr>
                <a:noFill/>
                <a:tableStyleId>{BF136021-7255-42B7-A7E7-87A8D8FFE9CA}</a:tableStyleId>
              </a:tblPr>
              <a:tblGrid>
                <a:gridCol w="6484300"/>
              </a:tblGrid>
              <a:tr h="4023900">
                <a:tc>
                  <a:txBody>
                    <a:bodyPr/>
                    <a:lstStyle/>
                    <a:p>
                      <a:pPr indent="0" lvl="0" marL="0" rtl="0" algn="l">
                        <a:lnSpc>
                          <a:spcPct val="115000"/>
                        </a:lnSpc>
                        <a:spcBef>
                          <a:spcPts val="0"/>
                        </a:spcBef>
                        <a:spcAft>
                          <a:spcPts val="0"/>
                        </a:spcAft>
                        <a:buNone/>
                      </a:pPr>
                      <a:r>
                        <a:t/>
                      </a:r>
                      <a:endParaRPr sz="1100">
                        <a:solidFill>
                          <a:schemeClr val="dk1"/>
                        </a:solidFill>
                      </a:endParaRPr>
                    </a:p>
                    <a:p>
                      <a:pPr indent="0" lvl="0" marL="0" rtl="0" algn="l">
                        <a:lnSpc>
                          <a:spcPct val="144000"/>
                        </a:lnSpc>
                        <a:spcBef>
                          <a:spcPts val="0"/>
                        </a:spcBef>
                        <a:spcAft>
                          <a:spcPts val="0"/>
                        </a:spcAft>
                        <a:buNone/>
                      </a:pPr>
                      <a:r>
                        <a:rPr lang="es-ES" sz="900">
                          <a:solidFill>
                            <a:srgbClr val="4F81BD"/>
                          </a:solidFill>
                          <a:latin typeface="Calibri"/>
                          <a:ea typeface="Calibri"/>
                          <a:cs typeface="Calibri"/>
                          <a:sym typeface="Calibri"/>
                        </a:rPr>
                        <a:t>            builder.Services.AddMauiBlazorWebView();</a:t>
                      </a:r>
                      <a:endParaRPr sz="900">
                        <a:solidFill>
                          <a:srgbClr val="4F81BD"/>
                        </a:solidFill>
                        <a:latin typeface="Calibri"/>
                        <a:ea typeface="Calibri"/>
                        <a:cs typeface="Calibri"/>
                        <a:sym typeface="Calibri"/>
                      </a:endParaRPr>
                    </a:p>
                    <a:p>
                      <a:pPr indent="0" lvl="0" marL="0" rtl="0" algn="l">
                        <a:lnSpc>
                          <a:spcPct val="144000"/>
                        </a:lnSpc>
                        <a:spcBef>
                          <a:spcPts val="0"/>
                        </a:spcBef>
                        <a:spcAft>
                          <a:spcPts val="0"/>
                        </a:spcAft>
                        <a:buNone/>
                      </a:pPr>
                      <a:r>
                        <a:rPr lang="es-ES" sz="900">
                          <a:solidFill>
                            <a:srgbClr val="4F81BD"/>
                          </a:solidFill>
                          <a:latin typeface="Calibri"/>
                          <a:ea typeface="Calibri"/>
                          <a:cs typeface="Calibri"/>
                          <a:sym typeface="Calibri"/>
                        </a:rPr>
                        <a:t>            // 1. Cliente HTTP</a:t>
                      </a:r>
                      <a:endParaRPr sz="900">
                        <a:solidFill>
                          <a:srgbClr val="4F81BD"/>
                        </a:solidFill>
                        <a:latin typeface="Calibri"/>
                        <a:ea typeface="Calibri"/>
                        <a:cs typeface="Calibri"/>
                        <a:sym typeface="Calibri"/>
                      </a:endParaRPr>
                    </a:p>
                    <a:p>
                      <a:pPr indent="0" lvl="0" marL="0" rtl="0" algn="l">
                        <a:lnSpc>
                          <a:spcPct val="144000"/>
                        </a:lnSpc>
                        <a:spcBef>
                          <a:spcPts val="0"/>
                        </a:spcBef>
                        <a:spcAft>
                          <a:spcPts val="0"/>
                        </a:spcAft>
                        <a:buNone/>
                      </a:pPr>
                      <a:r>
                        <a:rPr lang="es-ES" sz="900">
                          <a:solidFill>
                            <a:srgbClr val="4F81BD"/>
                          </a:solidFill>
                          <a:latin typeface="Calibri"/>
                          <a:ea typeface="Calibri"/>
                          <a:cs typeface="Calibri"/>
                          <a:sym typeface="Calibri"/>
                        </a:rPr>
                        <a:t>            builder.Services.AddHttpClient();</a:t>
                      </a:r>
                      <a:endParaRPr sz="900">
                        <a:solidFill>
                          <a:srgbClr val="4F81BD"/>
                        </a:solidFill>
                        <a:latin typeface="Calibri"/>
                        <a:ea typeface="Calibri"/>
                        <a:cs typeface="Calibri"/>
                        <a:sym typeface="Calibri"/>
                      </a:endParaRPr>
                    </a:p>
                    <a:p>
                      <a:pPr indent="0" lvl="0" marL="0" rtl="0" algn="l">
                        <a:lnSpc>
                          <a:spcPct val="115000"/>
                        </a:lnSpc>
                        <a:spcBef>
                          <a:spcPts val="0"/>
                        </a:spcBef>
                        <a:spcAft>
                          <a:spcPts val="0"/>
                        </a:spcAft>
                        <a:buNone/>
                      </a:pPr>
                      <a:r>
                        <a:t/>
                      </a:r>
                      <a:endParaRPr sz="1100">
                        <a:solidFill>
                          <a:schemeClr val="dk1"/>
                        </a:solidFill>
                      </a:endParaRPr>
                    </a:p>
                    <a:p>
                      <a:pPr indent="0" lvl="0" marL="0" rtl="0" algn="l">
                        <a:lnSpc>
                          <a:spcPct val="144000"/>
                        </a:lnSpc>
                        <a:spcBef>
                          <a:spcPts val="0"/>
                        </a:spcBef>
                        <a:spcAft>
                          <a:spcPts val="0"/>
                        </a:spcAft>
                        <a:buNone/>
                      </a:pPr>
                      <a:r>
                        <a:rPr lang="es-ES" sz="900">
                          <a:solidFill>
                            <a:srgbClr val="4F81BD"/>
                          </a:solidFill>
                          <a:latin typeface="Calibri"/>
                          <a:ea typeface="Calibri"/>
                          <a:cs typeface="Calibri"/>
                          <a:sym typeface="Calibri"/>
                        </a:rPr>
                        <a:t>            // 2. SERVICIOS CORE</a:t>
                      </a:r>
                      <a:endParaRPr sz="900">
                        <a:solidFill>
                          <a:srgbClr val="4F81BD"/>
                        </a:solidFill>
                        <a:latin typeface="Calibri"/>
                        <a:ea typeface="Calibri"/>
                        <a:cs typeface="Calibri"/>
                        <a:sym typeface="Calibri"/>
                      </a:endParaRPr>
                    </a:p>
                    <a:p>
                      <a:pPr indent="0" lvl="0" marL="0" rtl="0" algn="l">
                        <a:lnSpc>
                          <a:spcPct val="144000"/>
                        </a:lnSpc>
                        <a:spcBef>
                          <a:spcPts val="0"/>
                        </a:spcBef>
                        <a:spcAft>
                          <a:spcPts val="0"/>
                        </a:spcAft>
                        <a:buNone/>
                      </a:pPr>
                      <a:r>
                        <a:rPr lang="es-ES" sz="900">
                          <a:solidFill>
                            <a:srgbClr val="4F81BD"/>
                          </a:solidFill>
                          <a:latin typeface="Calibri"/>
                          <a:ea typeface="Calibri"/>
                          <a:cs typeface="Calibri"/>
                          <a:sym typeface="Calibri"/>
                        </a:rPr>
                        <a:t>            builder.Services.AddScoped&lt;ec.edu.monster.Servicios.EstadoAplicacion&gt;();</a:t>
                      </a:r>
                      <a:endParaRPr sz="900">
                        <a:solidFill>
                          <a:srgbClr val="4F81BD"/>
                        </a:solidFill>
                        <a:latin typeface="Calibri"/>
                        <a:ea typeface="Calibri"/>
                        <a:cs typeface="Calibri"/>
                        <a:sym typeface="Calibri"/>
                      </a:endParaRPr>
                    </a:p>
                    <a:p>
                      <a:pPr indent="0" lvl="0" marL="0" rtl="0" algn="l">
                        <a:lnSpc>
                          <a:spcPct val="144000"/>
                        </a:lnSpc>
                        <a:spcBef>
                          <a:spcPts val="0"/>
                        </a:spcBef>
                        <a:spcAft>
                          <a:spcPts val="0"/>
                        </a:spcAft>
                        <a:buNone/>
                      </a:pPr>
                      <a:r>
                        <a:rPr lang="es-ES" sz="900">
                          <a:solidFill>
                            <a:srgbClr val="4F81BD"/>
                          </a:solidFill>
                          <a:latin typeface="Calibri"/>
                          <a:ea typeface="Calibri"/>
                          <a:cs typeface="Calibri"/>
                          <a:sym typeface="Calibri"/>
                        </a:rPr>
                        <a:t>            builder.Services.AddScoped&lt;ec.edu.monster.Servicios.FabricaEstrategiaBackend&gt;();</a:t>
                      </a:r>
                      <a:endParaRPr sz="900">
                        <a:solidFill>
                          <a:srgbClr val="4F81BD"/>
                        </a:solidFill>
                        <a:latin typeface="Calibri"/>
                        <a:ea typeface="Calibri"/>
                        <a:cs typeface="Calibri"/>
                        <a:sym typeface="Calibri"/>
                      </a:endParaRPr>
                    </a:p>
                    <a:p>
                      <a:pPr indent="0" lvl="0" marL="0" rtl="0" algn="l">
                        <a:lnSpc>
                          <a:spcPct val="115000"/>
                        </a:lnSpc>
                        <a:spcBef>
                          <a:spcPts val="0"/>
                        </a:spcBef>
                        <a:spcAft>
                          <a:spcPts val="0"/>
                        </a:spcAft>
                        <a:buNone/>
                      </a:pPr>
                      <a:r>
                        <a:t/>
                      </a:r>
                      <a:endParaRPr sz="1100">
                        <a:solidFill>
                          <a:schemeClr val="dk1"/>
                        </a:solidFill>
                      </a:endParaRPr>
                    </a:p>
                    <a:p>
                      <a:pPr indent="0" lvl="0" marL="0" rtl="0" algn="l">
                        <a:lnSpc>
                          <a:spcPct val="144000"/>
                        </a:lnSpc>
                        <a:spcBef>
                          <a:spcPts val="0"/>
                        </a:spcBef>
                        <a:spcAft>
                          <a:spcPts val="0"/>
                        </a:spcAft>
                        <a:buNone/>
                      </a:pPr>
                      <a:r>
                        <a:rPr lang="es-ES" sz="900">
                          <a:solidFill>
                            <a:srgbClr val="4F81BD"/>
                          </a:solidFill>
                          <a:latin typeface="Calibri"/>
                          <a:ea typeface="Calibri"/>
                          <a:cs typeface="Calibri"/>
                          <a:sym typeface="Calibri"/>
                        </a:rPr>
                        <a:t>            // 3. ADAPTADORES (Igual que en la Web)</a:t>
                      </a:r>
                      <a:endParaRPr sz="900">
                        <a:solidFill>
                          <a:srgbClr val="4F81BD"/>
                        </a:solidFill>
                        <a:latin typeface="Calibri"/>
                        <a:ea typeface="Calibri"/>
                        <a:cs typeface="Calibri"/>
                        <a:sym typeface="Calibri"/>
                      </a:endParaRPr>
                    </a:p>
                    <a:p>
                      <a:pPr indent="0" lvl="0" marL="0" rtl="0" algn="l">
                        <a:lnSpc>
                          <a:spcPct val="144000"/>
                        </a:lnSpc>
                        <a:spcBef>
                          <a:spcPts val="0"/>
                        </a:spcBef>
                        <a:spcAft>
                          <a:spcPts val="0"/>
                        </a:spcAft>
                        <a:buNone/>
                      </a:pPr>
                      <a:r>
                        <a:rPr lang="es-ES" sz="900">
                          <a:solidFill>
                            <a:srgbClr val="4F81BD"/>
                          </a:solidFill>
                          <a:latin typeface="Calibri"/>
                          <a:ea typeface="Calibri"/>
                          <a:cs typeface="Calibri"/>
                          <a:sym typeface="Calibri"/>
                        </a:rPr>
                        <a:t>            builder.Services.AddScoped&lt;ec.edu.monster.Interfaces.IAdaptadorAutenticacion, ec.edu.monster.Adaptadores.AdaptadorAutenticacionJavaSoap&gt;();</a:t>
                      </a:r>
                      <a:endParaRPr sz="900">
                        <a:solidFill>
                          <a:srgbClr val="4F81BD"/>
                        </a:solidFill>
                        <a:latin typeface="Calibri"/>
                        <a:ea typeface="Calibri"/>
                        <a:cs typeface="Calibri"/>
                        <a:sym typeface="Calibri"/>
                      </a:endParaRPr>
                    </a:p>
                    <a:p>
                      <a:pPr indent="0" lvl="0" marL="0" rtl="0" algn="l">
                        <a:lnSpc>
                          <a:spcPct val="144000"/>
                        </a:lnSpc>
                        <a:spcBef>
                          <a:spcPts val="0"/>
                        </a:spcBef>
                        <a:spcAft>
                          <a:spcPts val="0"/>
                        </a:spcAft>
                        <a:buNone/>
                      </a:pPr>
                      <a:r>
                        <a:rPr lang="es-ES" sz="900">
                          <a:solidFill>
                            <a:srgbClr val="4F81BD"/>
                          </a:solidFill>
                          <a:latin typeface="Calibri"/>
                          <a:ea typeface="Calibri"/>
                          <a:cs typeface="Calibri"/>
                          <a:sym typeface="Calibri"/>
                        </a:rPr>
                        <a:t>            builder.Services.AddScoped&lt;ec.edu.monster.Interfaces.IAdaptadorAutenticacion, ec.edu.monster.Adaptadores.AdaptadorAutenticacionDotNetSoap&gt;();</a:t>
                      </a:r>
                      <a:endParaRPr sz="900">
                        <a:solidFill>
                          <a:srgbClr val="4F81BD"/>
                        </a:solidFill>
                        <a:latin typeface="Calibri"/>
                        <a:ea typeface="Calibri"/>
                        <a:cs typeface="Calibri"/>
                        <a:sym typeface="Calibri"/>
                      </a:endParaRPr>
                    </a:p>
                    <a:p>
                      <a:pPr indent="0" lvl="0" marL="0" rtl="0" algn="l">
                        <a:lnSpc>
                          <a:spcPct val="144000"/>
                        </a:lnSpc>
                        <a:spcBef>
                          <a:spcPts val="0"/>
                        </a:spcBef>
                        <a:spcAft>
                          <a:spcPts val="0"/>
                        </a:spcAft>
                        <a:buNone/>
                      </a:pPr>
                      <a:r>
                        <a:rPr lang="es-ES" sz="900">
                          <a:solidFill>
                            <a:srgbClr val="4F81BD"/>
                          </a:solidFill>
                          <a:latin typeface="Calibri"/>
                          <a:ea typeface="Calibri"/>
                          <a:cs typeface="Calibri"/>
                          <a:sym typeface="Calibri"/>
                        </a:rPr>
                        <a:t>            builder.Services.AddScoped&lt;ec.edu.monster.Interfaces.IAdaptadorAutenticacion, ec.edu.monster.Adaptadores.AdaptadorAutenticacionDotNetRest&gt;();</a:t>
                      </a:r>
                      <a:endParaRPr sz="900">
                        <a:solidFill>
                          <a:srgbClr val="4F81BD"/>
                        </a:solidFill>
                        <a:latin typeface="Calibri"/>
                        <a:ea typeface="Calibri"/>
                        <a:cs typeface="Calibri"/>
                        <a:sym typeface="Calibri"/>
                      </a:endParaRPr>
                    </a:p>
                    <a:p>
                      <a:pPr indent="0" lvl="0" marL="0" rtl="0" algn="l">
                        <a:lnSpc>
                          <a:spcPct val="144000"/>
                        </a:lnSpc>
                        <a:spcBef>
                          <a:spcPts val="0"/>
                        </a:spcBef>
                        <a:spcAft>
                          <a:spcPts val="0"/>
                        </a:spcAft>
                        <a:buNone/>
                      </a:pPr>
                      <a:r>
                        <a:rPr lang="es-ES" sz="900">
                          <a:solidFill>
                            <a:srgbClr val="4F81BD"/>
                          </a:solidFill>
                          <a:latin typeface="Calibri"/>
                          <a:ea typeface="Calibri"/>
                          <a:cs typeface="Calibri"/>
                          <a:sym typeface="Calibri"/>
                        </a:rPr>
                        <a:t>            builder.Services.AddScoped&lt;ec.edu.monster.Interfaces.IAdaptadorAutenticacion, ec.edu.monster.Adaptadores.AdaptadorAutenticacionJavaRest&gt;();</a:t>
                      </a:r>
                      <a:endParaRPr sz="900">
                        <a:solidFill>
                          <a:srgbClr val="4F81BD"/>
                        </a:solidFill>
                        <a:latin typeface="Calibri"/>
                        <a:ea typeface="Calibri"/>
                        <a:cs typeface="Calibri"/>
                        <a:sym typeface="Calibri"/>
                      </a:endParaRPr>
                    </a:p>
                    <a:p>
                      <a:pPr indent="0" lvl="0" marL="0" rtl="0" algn="l">
                        <a:lnSpc>
                          <a:spcPct val="144000"/>
                        </a:lnSpc>
                        <a:spcBef>
                          <a:spcPts val="0"/>
                        </a:spcBef>
                        <a:spcAft>
                          <a:spcPts val="0"/>
                        </a:spcAft>
                        <a:buNone/>
                      </a:pPr>
                      <a:r>
                        <a:t/>
                      </a:r>
                      <a:endParaRPr sz="900">
                        <a:solidFill>
                          <a:srgbClr val="4F81BD"/>
                        </a:solidFill>
                        <a:latin typeface="Calibri"/>
                        <a:ea typeface="Calibri"/>
                        <a:cs typeface="Calibri"/>
                        <a:sym typeface="Calibri"/>
                      </a:endParaRPr>
                    </a:p>
                  </a:txBody>
                  <a:tcPr marT="63500" marB="63500" marR="63500" marL="63500"/>
                </a:tc>
              </a:tr>
            </a:tbl>
          </a:graphicData>
        </a:graphic>
      </p:graphicFrame>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1" name="Shape 551"/>
        <p:cNvGrpSpPr/>
        <p:nvPr/>
      </p:nvGrpSpPr>
      <p:grpSpPr>
        <a:xfrm>
          <a:off x="0" y="0"/>
          <a:ext cx="0" cy="0"/>
          <a:chOff x="0" y="0"/>
          <a:chExt cx="0" cy="0"/>
        </a:xfrm>
      </p:grpSpPr>
      <p:sp>
        <p:nvSpPr>
          <p:cNvPr id="552" name="Google Shape;552;p68"/>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553" name="Google Shape;553;p68"/>
          <p:cNvSpPr/>
          <p:nvPr/>
        </p:nvSpPr>
        <p:spPr>
          <a:xfrm>
            <a:off x="9383697" y="14347"/>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400"/>
              <a:buFont typeface="Arial"/>
              <a:buNone/>
            </a:pPr>
            <a:r>
              <a:t/>
            </a:r>
            <a:endParaRPr/>
          </a:p>
          <a:p>
            <a:pPr indent="-306000" lvl="0" marL="3060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DESARROLLO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SERVIDOR RESTful</a:t>
            </a:r>
            <a:endParaRPr>
              <a:solidFill>
                <a:schemeClr val="lt1"/>
              </a:solidFill>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12096" lvl="1" marL="763200" rtl="0" algn="l">
              <a:spcBef>
                <a:spcPts val="840"/>
              </a:spcBef>
              <a:spcAft>
                <a:spcPts val="0"/>
              </a:spcAft>
              <a:buClr>
                <a:schemeClr val="accent2"/>
              </a:buClr>
              <a:buSzPts val="1200"/>
              <a:buFont typeface="Gill Sans"/>
              <a:buChar char="◼"/>
            </a:pPr>
            <a:r>
              <a:rPr b="1" lang="es-ES" sz="1200">
                <a:solidFill>
                  <a:schemeClr val="lt1"/>
                </a:solidFill>
                <a:latin typeface="Gill Sans"/>
                <a:ea typeface="Gill Sans"/>
                <a:cs typeface="Gill Sans"/>
                <a:sym typeface="Gill Sans"/>
              </a:rPr>
              <a:t>CREACIÓN DEL PROYECTO MAUI</a:t>
            </a:r>
            <a:endParaRPr b="1" sz="1200">
              <a:solidFill>
                <a:schemeClr val="lt1"/>
              </a:solidFill>
              <a:latin typeface="Gill Sans"/>
              <a:ea typeface="Gill Sans"/>
              <a:cs typeface="Gill Sans"/>
              <a:sym typeface="Gill Sans"/>
            </a:endParaRPr>
          </a:p>
          <a:p>
            <a:pPr indent="-306000" lvl="1" marL="763200" rtl="0" algn="l">
              <a:spcBef>
                <a:spcPts val="840"/>
              </a:spcBef>
              <a:spcAft>
                <a:spcPts val="0"/>
              </a:spcAft>
              <a:buClr>
                <a:srgbClr val="FFFF00"/>
              </a:buClr>
              <a:buSzPts val="1104"/>
              <a:buFont typeface="Noto Sans Symbols"/>
              <a:buChar char="◼"/>
            </a:pPr>
            <a:r>
              <a:rPr b="1" lang="es-ES" sz="1200">
                <a:solidFill>
                  <a:srgbClr val="FFFF00"/>
                </a:solidFill>
                <a:latin typeface="Gill Sans"/>
                <a:ea typeface="Gill Sans"/>
                <a:cs typeface="Gill Sans"/>
                <a:sym typeface="Gill Sans"/>
              </a:rPr>
              <a:t>CREACIÓN DEL PROYECTO – CLIENTE ESCRITORIO</a:t>
            </a:r>
            <a:endParaRPr>
              <a:solidFill>
                <a:srgbClr val="FFFF00"/>
              </a:solidFill>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MOVIL</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CONCLUSIONES</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RECOMENDACIONES</a:t>
            </a:r>
            <a:endParaRPr/>
          </a:p>
          <a:p>
            <a:pPr indent="0" lvl="0" marL="457200" rtl="0" algn="l">
              <a:spcBef>
                <a:spcPts val="840"/>
              </a:spcBef>
              <a:spcAft>
                <a:spcPts val="0"/>
              </a:spcAft>
              <a:buClr>
                <a:srgbClr val="000000"/>
              </a:buClr>
              <a:buSzPts val="1400"/>
              <a:buFont typeface="Arial"/>
              <a:buNone/>
            </a:pPr>
            <a:r>
              <a:t/>
            </a:r>
            <a:endParaRPr/>
          </a:p>
          <a:p>
            <a:pPr indent="0" lvl="0" marL="457200" rtl="0" algn="l">
              <a:spcBef>
                <a:spcPts val="840"/>
              </a:spcBef>
              <a:spcAft>
                <a:spcPts val="0"/>
              </a:spcAft>
              <a:buClr>
                <a:srgbClr val="000000"/>
              </a:buClr>
              <a:buSzPts val="1400"/>
              <a:buFont typeface="Arial"/>
              <a:buNone/>
            </a:pPr>
            <a:r>
              <a:t/>
            </a:r>
            <a:endParaRPr/>
          </a:p>
          <a:p>
            <a:pPr indent="0" lvl="0" marL="457200" marR="0" rtl="0" algn="l">
              <a:lnSpc>
                <a:spcPct val="100000"/>
              </a:lnSpc>
              <a:spcBef>
                <a:spcPts val="840"/>
              </a:spcBef>
              <a:spcAft>
                <a:spcPts val="0"/>
              </a:spcAft>
              <a:buClr>
                <a:srgbClr val="000000"/>
              </a:buClr>
              <a:buSzPts val="1400"/>
              <a:buFont typeface="Arial"/>
              <a:buNone/>
            </a:pPr>
            <a:r>
              <a:t/>
            </a:r>
            <a:endParaRPr/>
          </a:p>
        </p:txBody>
      </p:sp>
      <p:sp>
        <p:nvSpPr>
          <p:cNvPr id="554" name="Google Shape;554;p68"/>
          <p:cNvSpPr txBox="1"/>
          <p:nvPr>
            <p:ph idx="1" type="body"/>
          </p:nvPr>
        </p:nvSpPr>
        <p:spPr>
          <a:xfrm>
            <a:off x="122575" y="2429475"/>
            <a:ext cx="1643700" cy="3877800"/>
          </a:xfrm>
          <a:prstGeom prst="rect">
            <a:avLst/>
          </a:prstGeom>
          <a:noFill/>
          <a:ln>
            <a:noFill/>
          </a:ln>
        </p:spPr>
        <p:txBody>
          <a:bodyPr anchorCtr="0" anchor="ctr" bIns="45700" lIns="91425" spcFirstLastPara="1" rIns="91425" wrap="square" tIns="45700">
            <a:normAutofit/>
          </a:bodyPr>
          <a:lstStyle/>
          <a:p>
            <a:pPr indent="-327406" lvl="0" marL="457200" rtl="0" algn="l">
              <a:lnSpc>
                <a:spcPct val="150000"/>
              </a:lnSpc>
              <a:spcBef>
                <a:spcPts val="0"/>
              </a:spcBef>
              <a:spcAft>
                <a:spcPts val="0"/>
              </a:spcAft>
              <a:buSzPts val="1556"/>
              <a:buChar char="∙"/>
            </a:pPr>
            <a:r>
              <a:rPr lang="es-ES" sz="1100">
                <a:solidFill>
                  <a:schemeClr val="dk1"/>
                </a:solidFill>
                <a:latin typeface="Calibri"/>
                <a:ea typeface="Calibri"/>
                <a:cs typeface="Calibri"/>
                <a:sym typeface="Calibri"/>
              </a:rPr>
              <a:t>A continuación se detallarán las clases principales con su código fuente.</a:t>
            </a:r>
            <a:endParaRPr sz="1100">
              <a:solidFill>
                <a:schemeClr val="dk1"/>
              </a:solidFill>
              <a:latin typeface="Calibri"/>
              <a:ea typeface="Calibri"/>
              <a:cs typeface="Calibri"/>
              <a:sym typeface="Calibri"/>
            </a:endParaRPr>
          </a:p>
          <a:p>
            <a:pPr indent="-304800" lvl="0" marL="457200" rtl="0" algn="just">
              <a:lnSpc>
                <a:spcPct val="107000"/>
              </a:lnSpc>
              <a:spcBef>
                <a:spcPts val="0"/>
              </a:spcBef>
              <a:spcAft>
                <a:spcPts val="0"/>
              </a:spcAft>
              <a:buSzPts val="1200"/>
              <a:buFont typeface="Cambria"/>
              <a:buChar char="∙"/>
            </a:pPr>
            <a:r>
              <a:t/>
            </a:r>
            <a:endParaRPr sz="1200">
              <a:latin typeface="Cambria"/>
              <a:ea typeface="Cambria"/>
              <a:cs typeface="Cambria"/>
              <a:sym typeface="Cambria"/>
            </a:endParaRPr>
          </a:p>
        </p:txBody>
      </p:sp>
      <p:graphicFrame>
        <p:nvGraphicFramePr>
          <p:cNvPr id="555" name="Google Shape;555;p68"/>
          <p:cNvGraphicFramePr/>
          <p:nvPr/>
        </p:nvGraphicFramePr>
        <p:xfrm>
          <a:off x="2332838" y="2136238"/>
          <a:ext cx="3000000" cy="3000000"/>
        </p:xfrm>
        <a:graphic>
          <a:graphicData uri="http://schemas.openxmlformats.org/drawingml/2006/table">
            <a:tbl>
              <a:tblPr>
                <a:noFill/>
                <a:tableStyleId>{BF136021-7255-42B7-A7E7-87A8D8FFE9CA}</a:tableStyleId>
              </a:tblPr>
              <a:tblGrid>
                <a:gridCol w="6484300"/>
              </a:tblGrid>
              <a:tr h="4023900">
                <a:tc>
                  <a:txBody>
                    <a:bodyPr/>
                    <a:lstStyle/>
                    <a:p>
                      <a:pPr indent="0" lvl="0" marL="0" rtl="0" algn="l">
                        <a:lnSpc>
                          <a:spcPct val="115000"/>
                        </a:lnSpc>
                        <a:spcBef>
                          <a:spcPts val="0"/>
                        </a:spcBef>
                        <a:spcAft>
                          <a:spcPts val="0"/>
                        </a:spcAft>
                        <a:buNone/>
                      </a:pPr>
                      <a:r>
                        <a:t/>
                      </a:r>
                      <a:endParaRPr sz="1100">
                        <a:solidFill>
                          <a:schemeClr val="dk1"/>
                        </a:solidFill>
                      </a:endParaRPr>
                    </a:p>
                    <a:p>
                      <a:pPr indent="0" lvl="0" marL="0" rtl="0" algn="l">
                        <a:lnSpc>
                          <a:spcPct val="144000"/>
                        </a:lnSpc>
                        <a:spcBef>
                          <a:spcPts val="0"/>
                        </a:spcBef>
                        <a:spcAft>
                          <a:spcPts val="0"/>
                        </a:spcAft>
                        <a:buNone/>
                      </a:pPr>
                      <a:r>
                        <a:rPr lang="es-ES" sz="900">
                          <a:solidFill>
                            <a:srgbClr val="4F81BD"/>
                          </a:solidFill>
                          <a:latin typeface="Calibri"/>
                          <a:ea typeface="Calibri"/>
                          <a:cs typeface="Calibri"/>
                          <a:sym typeface="Calibri"/>
                        </a:rPr>
                        <a:t>            builder.Services.AddScoped&lt;ec.edu.monster.Interfaces.IAdaptadorConversion, ec.edu.monster.Adaptadores.AdaptadorConversionJavaSoap&gt;();</a:t>
                      </a:r>
                      <a:endParaRPr sz="900">
                        <a:solidFill>
                          <a:srgbClr val="4F81BD"/>
                        </a:solidFill>
                        <a:latin typeface="Calibri"/>
                        <a:ea typeface="Calibri"/>
                        <a:cs typeface="Calibri"/>
                        <a:sym typeface="Calibri"/>
                      </a:endParaRPr>
                    </a:p>
                    <a:p>
                      <a:pPr indent="0" lvl="0" marL="0" rtl="0" algn="l">
                        <a:lnSpc>
                          <a:spcPct val="144000"/>
                        </a:lnSpc>
                        <a:spcBef>
                          <a:spcPts val="0"/>
                        </a:spcBef>
                        <a:spcAft>
                          <a:spcPts val="0"/>
                        </a:spcAft>
                        <a:buNone/>
                      </a:pPr>
                      <a:r>
                        <a:rPr lang="es-ES" sz="900">
                          <a:solidFill>
                            <a:srgbClr val="4F81BD"/>
                          </a:solidFill>
                          <a:latin typeface="Calibri"/>
                          <a:ea typeface="Calibri"/>
                          <a:cs typeface="Calibri"/>
                          <a:sym typeface="Calibri"/>
                        </a:rPr>
                        <a:t>            builder.Services.AddScoped&lt;ec.edu.monster.Interfaces.IAdaptadorConversion, ec.edu.monster.Adaptadores.AdaptadorConversionDotNetSoap&gt;();</a:t>
                      </a:r>
                      <a:endParaRPr sz="900">
                        <a:solidFill>
                          <a:srgbClr val="4F81BD"/>
                        </a:solidFill>
                        <a:latin typeface="Calibri"/>
                        <a:ea typeface="Calibri"/>
                        <a:cs typeface="Calibri"/>
                        <a:sym typeface="Calibri"/>
                      </a:endParaRPr>
                    </a:p>
                    <a:p>
                      <a:pPr indent="0" lvl="0" marL="0" rtl="0" algn="l">
                        <a:lnSpc>
                          <a:spcPct val="144000"/>
                        </a:lnSpc>
                        <a:spcBef>
                          <a:spcPts val="0"/>
                        </a:spcBef>
                        <a:spcAft>
                          <a:spcPts val="0"/>
                        </a:spcAft>
                        <a:buNone/>
                      </a:pPr>
                      <a:r>
                        <a:rPr lang="es-ES" sz="900">
                          <a:solidFill>
                            <a:srgbClr val="4F81BD"/>
                          </a:solidFill>
                          <a:latin typeface="Calibri"/>
                          <a:ea typeface="Calibri"/>
                          <a:cs typeface="Calibri"/>
                          <a:sym typeface="Calibri"/>
                        </a:rPr>
                        <a:t>            builder.Services.AddScoped&lt;ec.edu.monster.Interfaces.IAdaptadorConversion, ec.edu.monster.Adaptadores.AdaptadorConversionDotNetRest&gt;();</a:t>
                      </a:r>
                      <a:endParaRPr sz="900">
                        <a:solidFill>
                          <a:srgbClr val="4F81BD"/>
                        </a:solidFill>
                        <a:latin typeface="Calibri"/>
                        <a:ea typeface="Calibri"/>
                        <a:cs typeface="Calibri"/>
                        <a:sym typeface="Calibri"/>
                      </a:endParaRPr>
                    </a:p>
                    <a:p>
                      <a:pPr indent="0" lvl="0" marL="0" rtl="0" algn="l">
                        <a:lnSpc>
                          <a:spcPct val="144000"/>
                        </a:lnSpc>
                        <a:spcBef>
                          <a:spcPts val="0"/>
                        </a:spcBef>
                        <a:spcAft>
                          <a:spcPts val="0"/>
                        </a:spcAft>
                        <a:buNone/>
                      </a:pPr>
                      <a:r>
                        <a:rPr lang="es-ES" sz="900">
                          <a:solidFill>
                            <a:srgbClr val="4F81BD"/>
                          </a:solidFill>
                          <a:latin typeface="Calibri"/>
                          <a:ea typeface="Calibri"/>
                          <a:cs typeface="Calibri"/>
                          <a:sym typeface="Calibri"/>
                        </a:rPr>
                        <a:t>            builder.Services.AddScoped&lt;ec.edu.monster.Interfaces.IAdaptadorConversion, ec.edu.monster.Adaptadores.AdaptadorConversionJavaRest&gt;();</a:t>
                      </a:r>
                      <a:endParaRPr sz="900">
                        <a:solidFill>
                          <a:srgbClr val="4F81BD"/>
                        </a:solidFill>
                        <a:latin typeface="Calibri"/>
                        <a:ea typeface="Calibri"/>
                        <a:cs typeface="Calibri"/>
                        <a:sym typeface="Calibri"/>
                      </a:endParaRPr>
                    </a:p>
                    <a:p>
                      <a:pPr indent="0" lvl="0" marL="0" rtl="0" algn="l">
                        <a:lnSpc>
                          <a:spcPct val="115000"/>
                        </a:lnSpc>
                        <a:spcBef>
                          <a:spcPts val="0"/>
                        </a:spcBef>
                        <a:spcAft>
                          <a:spcPts val="0"/>
                        </a:spcAft>
                        <a:buNone/>
                      </a:pPr>
                      <a:r>
                        <a:t/>
                      </a:r>
                      <a:endParaRPr sz="1100">
                        <a:solidFill>
                          <a:schemeClr val="dk1"/>
                        </a:solidFill>
                      </a:endParaRPr>
                    </a:p>
                    <a:p>
                      <a:pPr indent="0" lvl="0" marL="0" rtl="0" algn="l">
                        <a:lnSpc>
                          <a:spcPct val="144000"/>
                        </a:lnSpc>
                        <a:spcBef>
                          <a:spcPts val="0"/>
                        </a:spcBef>
                        <a:spcAft>
                          <a:spcPts val="0"/>
                        </a:spcAft>
                        <a:buNone/>
                      </a:pPr>
                      <a:r>
                        <a:rPr lang="es-ES" sz="900">
                          <a:solidFill>
                            <a:srgbClr val="4F81BD"/>
                          </a:solidFill>
                          <a:latin typeface="Calibri"/>
                          <a:ea typeface="Calibri"/>
                          <a:cs typeface="Calibri"/>
                          <a:sym typeface="Calibri"/>
                        </a:rPr>
                        <a:t>#if DEBUG</a:t>
                      </a:r>
                      <a:endParaRPr sz="900">
                        <a:solidFill>
                          <a:srgbClr val="4F81BD"/>
                        </a:solidFill>
                        <a:latin typeface="Calibri"/>
                        <a:ea typeface="Calibri"/>
                        <a:cs typeface="Calibri"/>
                        <a:sym typeface="Calibri"/>
                      </a:endParaRPr>
                    </a:p>
                    <a:p>
                      <a:pPr indent="0" lvl="0" marL="0" rtl="0" algn="l">
                        <a:lnSpc>
                          <a:spcPct val="144000"/>
                        </a:lnSpc>
                        <a:spcBef>
                          <a:spcPts val="0"/>
                        </a:spcBef>
                        <a:spcAft>
                          <a:spcPts val="0"/>
                        </a:spcAft>
                        <a:buNone/>
                      </a:pPr>
                      <a:r>
                        <a:rPr lang="es-ES" sz="900">
                          <a:solidFill>
                            <a:srgbClr val="4F81BD"/>
                          </a:solidFill>
                          <a:latin typeface="Calibri"/>
                          <a:ea typeface="Calibri"/>
                          <a:cs typeface="Calibri"/>
                          <a:sym typeface="Calibri"/>
                        </a:rPr>
                        <a:t>            builder.Services.AddBlazorWebViewDeveloperTools();</a:t>
                      </a:r>
                      <a:endParaRPr sz="900">
                        <a:solidFill>
                          <a:srgbClr val="4F81BD"/>
                        </a:solidFill>
                        <a:latin typeface="Calibri"/>
                        <a:ea typeface="Calibri"/>
                        <a:cs typeface="Calibri"/>
                        <a:sym typeface="Calibri"/>
                      </a:endParaRPr>
                    </a:p>
                    <a:p>
                      <a:pPr indent="0" lvl="0" marL="0" rtl="0" algn="l">
                        <a:lnSpc>
                          <a:spcPct val="144000"/>
                        </a:lnSpc>
                        <a:spcBef>
                          <a:spcPts val="0"/>
                        </a:spcBef>
                        <a:spcAft>
                          <a:spcPts val="0"/>
                        </a:spcAft>
                        <a:buNone/>
                      </a:pPr>
                      <a:r>
                        <a:rPr lang="es-ES" sz="900">
                          <a:solidFill>
                            <a:srgbClr val="4F81BD"/>
                          </a:solidFill>
                          <a:latin typeface="Calibri"/>
                          <a:ea typeface="Calibri"/>
                          <a:cs typeface="Calibri"/>
                          <a:sym typeface="Calibri"/>
                        </a:rPr>
                        <a:t>    		builder.Logging.AddDebug();</a:t>
                      </a:r>
                      <a:endParaRPr sz="900">
                        <a:solidFill>
                          <a:srgbClr val="4F81BD"/>
                        </a:solidFill>
                        <a:latin typeface="Calibri"/>
                        <a:ea typeface="Calibri"/>
                        <a:cs typeface="Calibri"/>
                        <a:sym typeface="Calibri"/>
                      </a:endParaRPr>
                    </a:p>
                    <a:p>
                      <a:pPr indent="0" lvl="0" marL="0" rtl="0" algn="l">
                        <a:lnSpc>
                          <a:spcPct val="144000"/>
                        </a:lnSpc>
                        <a:spcBef>
                          <a:spcPts val="0"/>
                        </a:spcBef>
                        <a:spcAft>
                          <a:spcPts val="0"/>
                        </a:spcAft>
                        <a:buNone/>
                      </a:pPr>
                      <a:r>
                        <a:rPr lang="es-ES" sz="900">
                          <a:solidFill>
                            <a:srgbClr val="4F81BD"/>
                          </a:solidFill>
                          <a:latin typeface="Calibri"/>
                          <a:ea typeface="Calibri"/>
                          <a:cs typeface="Calibri"/>
                          <a:sym typeface="Calibri"/>
                        </a:rPr>
                        <a:t>#endif</a:t>
                      </a:r>
                      <a:endParaRPr sz="900">
                        <a:solidFill>
                          <a:srgbClr val="4F81BD"/>
                        </a:solidFill>
                        <a:latin typeface="Calibri"/>
                        <a:ea typeface="Calibri"/>
                        <a:cs typeface="Calibri"/>
                        <a:sym typeface="Calibri"/>
                      </a:endParaRPr>
                    </a:p>
                    <a:p>
                      <a:pPr indent="0" lvl="0" marL="0" rtl="0" algn="l">
                        <a:lnSpc>
                          <a:spcPct val="115000"/>
                        </a:lnSpc>
                        <a:spcBef>
                          <a:spcPts val="0"/>
                        </a:spcBef>
                        <a:spcAft>
                          <a:spcPts val="0"/>
                        </a:spcAft>
                        <a:buNone/>
                      </a:pPr>
                      <a:r>
                        <a:t/>
                      </a:r>
                      <a:endParaRPr sz="1100">
                        <a:solidFill>
                          <a:schemeClr val="dk1"/>
                        </a:solidFill>
                      </a:endParaRPr>
                    </a:p>
                    <a:p>
                      <a:pPr indent="0" lvl="0" marL="0" rtl="0" algn="l">
                        <a:lnSpc>
                          <a:spcPct val="144000"/>
                        </a:lnSpc>
                        <a:spcBef>
                          <a:spcPts val="0"/>
                        </a:spcBef>
                        <a:spcAft>
                          <a:spcPts val="0"/>
                        </a:spcAft>
                        <a:buNone/>
                      </a:pPr>
                      <a:r>
                        <a:rPr lang="es-ES" sz="900">
                          <a:solidFill>
                            <a:srgbClr val="4F81BD"/>
                          </a:solidFill>
                          <a:latin typeface="Calibri"/>
                          <a:ea typeface="Calibri"/>
                          <a:cs typeface="Calibri"/>
                          <a:sym typeface="Calibri"/>
                        </a:rPr>
                        <a:t>            // --- AUTENTICACIÓN ---</a:t>
                      </a:r>
                      <a:endParaRPr sz="900">
                        <a:solidFill>
                          <a:srgbClr val="4F81BD"/>
                        </a:solidFill>
                        <a:latin typeface="Calibri"/>
                        <a:ea typeface="Calibri"/>
                        <a:cs typeface="Calibri"/>
                        <a:sym typeface="Calibri"/>
                      </a:endParaRPr>
                    </a:p>
                    <a:p>
                      <a:pPr indent="0" lvl="0" marL="0" rtl="0" algn="l">
                        <a:lnSpc>
                          <a:spcPct val="144000"/>
                        </a:lnSpc>
                        <a:spcBef>
                          <a:spcPts val="0"/>
                        </a:spcBef>
                        <a:spcAft>
                          <a:spcPts val="0"/>
                        </a:spcAft>
                        <a:buNone/>
                      </a:pPr>
                      <a:r>
                        <a:rPr lang="es-ES" sz="900">
                          <a:solidFill>
                            <a:srgbClr val="4F81BD"/>
                          </a:solidFill>
                          <a:latin typeface="Calibri"/>
                          <a:ea typeface="Calibri"/>
                          <a:cs typeface="Calibri"/>
                          <a:sym typeface="Calibri"/>
                        </a:rPr>
                        <a:t>            // EL REAL (Java SOAP):</a:t>
                      </a:r>
                      <a:endParaRPr sz="900">
                        <a:solidFill>
                          <a:srgbClr val="4F81BD"/>
                        </a:solidFill>
                        <a:latin typeface="Calibri"/>
                        <a:ea typeface="Calibri"/>
                        <a:cs typeface="Calibri"/>
                        <a:sym typeface="Calibri"/>
                      </a:endParaRPr>
                    </a:p>
                    <a:p>
                      <a:pPr indent="0" lvl="0" marL="0" rtl="0" algn="l">
                        <a:lnSpc>
                          <a:spcPct val="144000"/>
                        </a:lnSpc>
                        <a:spcBef>
                          <a:spcPts val="0"/>
                        </a:spcBef>
                        <a:spcAft>
                          <a:spcPts val="0"/>
                        </a:spcAft>
                        <a:buNone/>
                      </a:pPr>
                      <a:r>
                        <a:rPr lang="es-ES" sz="900">
                          <a:solidFill>
                            <a:srgbClr val="4F81BD"/>
                          </a:solidFill>
                          <a:latin typeface="Calibri"/>
                          <a:ea typeface="Calibri"/>
                          <a:cs typeface="Calibri"/>
                          <a:sym typeface="Calibri"/>
                        </a:rPr>
                        <a:t>            builder.Services.AddScoped&lt;ec.edu.monster.Interfaces.IAdaptadorAutenticacion, ec.edu.monster.Adaptadores.AdaptadorAutenticacionJavaSoap&gt;();</a:t>
                      </a:r>
                      <a:endParaRPr sz="900">
                        <a:solidFill>
                          <a:srgbClr val="4F81BD"/>
                        </a:solidFill>
                        <a:latin typeface="Calibri"/>
                        <a:ea typeface="Calibri"/>
                        <a:cs typeface="Calibri"/>
                        <a:sym typeface="Calibri"/>
                      </a:endParaRPr>
                    </a:p>
                    <a:p>
                      <a:pPr indent="0" lvl="0" marL="0" rtl="0" algn="l">
                        <a:lnSpc>
                          <a:spcPct val="115000"/>
                        </a:lnSpc>
                        <a:spcBef>
                          <a:spcPts val="0"/>
                        </a:spcBef>
                        <a:spcAft>
                          <a:spcPts val="0"/>
                        </a:spcAft>
                        <a:buNone/>
                      </a:pPr>
                      <a:r>
                        <a:t/>
                      </a:r>
                      <a:endParaRPr sz="1100">
                        <a:solidFill>
                          <a:schemeClr val="dk1"/>
                        </a:solidFill>
                      </a:endParaRPr>
                    </a:p>
                    <a:p>
                      <a:pPr indent="0" lvl="0" marL="0" rtl="0" algn="l">
                        <a:lnSpc>
                          <a:spcPct val="144000"/>
                        </a:lnSpc>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indent="0" lvl="0" marL="0" rtl="0" algn="l">
                        <a:lnSpc>
                          <a:spcPct val="144000"/>
                        </a:lnSpc>
                        <a:spcBef>
                          <a:spcPts val="0"/>
                        </a:spcBef>
                        <a:spcAft>
                          <a:spcPts val="0"/>
                        </a:spcAft>
                        <a:buNone/>
                      </a:pPr>
                      <a:r>
                        <a:rPr lang="es-ES" sz="900">
                          <a:solidFill>
                            <a:srgbClr val="4F81BD"/>
                          </a:solidFill>
                          <a:latin typeface="Calibri"/>
                          <a:ea typeface="Calibri"/>
                          <a:cs typeface="Calibri"/>
                          <a:sym typeface="Calibri"/>
                        </a:rPr>
                        <a:t>         </a:t>
                      </a:r>
                      <a:endParaRPr sz="1100">
                        <a:solidFill>
                          <a:schemeClr val="dk1"/>
                        </a:solidFill>
                      </a:endParaRPr>
                    </a:p>
                  </a:txBody>
                  <a:tcPr marT="63500" marB="63500" marR="63500" marL="63500"/>
                </a:tc>
              </a:tr>
            </a:tbl>
          </a:graphicData>
        </a:graphic>
      </p:graphicFrame>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9" name="Shape 559"/>
        <p:cNvGrpSpPr/>
        <p:nvPr/>
      </p:nvGrpSpPr>
      <p:grpSpPr>
        <a:xfrm>
          <a:off x="0" y="0"/>
          <a:ext cx="0" cy="0"/>
          <a:chOff x="0" y="0"/>
          <a:chExt cx="0" cy="0"/>
        </a:xfrm>
      </p:grpSpPr>
      <p:sp>
        <p:nvSpPr>
          <p:cNvPr id="560" name="Google Shape;560;p69"/>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561" name="Google Shape;561;p69"/>
          <p:cNvSpPr/>
          <p:nvPr/>
        </p:nvSpPr>
        <p:spPr>
          <a:xfrm>
            <a:off x="9383697" y="14347"/>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400"/>
              <a:buFont typeface="Arial"/>
              <a:buNone/>
            </a:pPr>
            <a:r>
              <a:t/>
            </a:r>
            <a:endParaRPr/>
          </a:p>
          <a:p>
            <a:pPr indent="-306000" lvl="0" marL="3060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DESARROLLO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SERVIDOR RESTful</a:t>
            </a:r>
            <a:endParaRPr>
              <a:solidFill>
                <a:schemeClr val="lt1"/>
              </a:solidFill>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12096" lvl="1" marL="763200" rtl="0" algn="l">
              <a:spcBef>
                <a:spcPts val="840"/>
              </a:spcBef>
              <a:spcAft>
                <a:spcPts val="0"/>
              </a:spcAft>
              <a:buClr>
                <a:schemeClr val="accent2"/>
              </a:buClr>
              <a:buSzPts val="1200"/>
              <a:buFont typeface="Gill Sans"/>
              <a:buChar char="◼"/>
            </a:pPr>
            <a:r>
              <a:rPr b="1" lang="es-ES" sz="1200">
                <a:solidFill>
                  <a:schemeClr val="lt1"/>
                </a:solidFill>
                <a:latin typeface="Gill Sans"/>
                <a:ea typeface="Gill Sans"/>
                <a:cs typeface="Gill Sans"/>
                <a:sym typeface="Gill Sans"/>
              </a:rPr>
              <a:t>CREACIÓN DEL PROYECTO MAUI</a:t>
            </a:r>
            <a:endParaRPr b="1" sz="1200">
              <a:solidFill>
                <a:schemeClr val="lt1"/>
              </a:solidFill>
              <a:latin typeface="Gill Sans"/>
              <a:ea typeface="Gill Sans"/>
              <a:cs typeface="Gill Sans"/>
              <a:sym typeface="Gill Sans"/>
            </a:endParaRPr>
          </a:p>
          <a:p>
            <a:pPr indent="-306000" lvl="1" marL="763200" rtl="0" algn="l">
              <a:spcBef>
                <a:spcPts val="840"/>
              </a:spcBef>
              <a:spcAft>
                <a:spcPts val="0"/>
              </a:spcAft>
              <a:buClr>
                <a:srgbClr val="FFFF00"/>
              </a:buClr>
              <a:buSzPts val="1104"/>
              <a:buFont typeface="Noto Sans Symbols"/>
              <a:buChar char="◼"/>
            </a:pPr>
            <a:r>
              <a:rPr b="1" lang="es-ES" sz="1200">
                <a:solidFill>
                  <a:srgbClr val="FFFF00"/>
                </a:solidFill>
                <a:latin typeface="Gill Sans"/>
                <a:ea typeface="Gill Sans"/>
                <a:cs typeface="Gill Sans"/>
                <a:sym typeface="Gill Sans"/>
              </a:rPr>
              <a:t>CREACIÓN DEL PROYECTO – CLIENTE ESCRITORIO</a:t>
            </a:r>
            <a:endParaRPr>
              <a:solidFill>
                <a:srgbClr val="FFFF00"/>
              </a:solidFill>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MOVIL</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CONCLUSIONES</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RECOMENDACIONES</a:t>
            </a:r>
            <a:endParaRPr/>
          </a:p>
          <a:p>
            <a:pPr indent="0" lvl="0" marL="457200" rtl="0" algn="l">
              <a:spcBef>
                <a:spcPts val="840"/>
              </a:spcBef>
              <a:spcAft>
                <a:spcPts val="0"/>
              </a:spcAft>
              <a:buClr>
                <a:srgbClr val="000000"/>
              </a:buClr>
              <a:buSzPts val="1400"/>
              <a:buFont typeface="Arial"/>
              <a:buNone/>
            </a:pPr>
            <a:r>
              <a:t/>
            </a:r>
            <a:endParaRPr/>
          </a:p>
          <a:p>
            <a:pPr indent="0" lvl="0" marL="457200" rtl="0" algn="l">
              <a:spcBef>
                <a:spcPts val="840"/>
              </a:spcBef>
              <a:spcAft>
                <a:spcPts val="0"/>
              </a:spcAft>
              <a:buClr>
                <a:srgbClr val="000000"/>
              </a:buClr>
              <a:buSzPts val="1400"/>
              <a:buFont typeface="Arial"/>
              <a:buNone/>
            </a:pPr>
            <a:r>
              <a:t/>
            </a:r>
            <a:endParaRPr/>
          </a:p>
          <a:p>
            <a:pPr indent="0" lvl="0" marL="457200" marR="0" rtl="0" algn="l">
              <a:lnSpc>
                <a:spcPct val="100000"/>
              </a:lnSpc>
              <a:spcBef>
                <a:spcPts val="840"/>
              </a:spcBef>
              <a:spcAft>
                <a:spcPts val="0"/>
              </a:spcAft>
              <a:buClr>
                <a:srgbClr val="000000"/>
              </a:buClr>
              <a:buSzPts val="1400"/>
              <a:buFont typeface="Arial"/>
              <a:buNone/>
            </a:pPr>
            <a:r>
              <a:t/>
            </a:r>
            <a:endParaRPr/>
          </a:p>
        </p:txBody>
      </p:sp>
      <p:sp>
        <p:nvSpPr>
          <p:cNvPr id="562" name="Google Shape;562;p69"/>
          <p:cNvSpPr txBox="1"/>
          <p:nvPr>
            <p:ph idx="1" type="body"/>
          </p:nvPr>
        </p:nvSpPr>
        <p:spPr>
          <a:xfrm>
            <a:off x="122575" y="2429475"/>
            <a:ext cx="1643700" cy="3877800"/>
          </a:xfrm>
          <a:prstGeom prst="rect">
            <a:avLst/>
          </a:prstGeom>
          <a:noFill/>
          <a:ln>
            <a:noFill/>
          </a:ln>
        </p:spPr>
        <p:txBody>
          <a:bodyPr anchorCtr="0" anchor="ctr" bIns="45700" lIns="91425" spcFirstLastPara="1" rIns="91425" wrap="square" tIns="45700">
            <a:normAutofit/>
          </a:bodyPr>
          <a:lstStyle/>
          <a:p>
            <a:pPr indent="-327406" lvl="0" marL="457200" rtl="0" algn="l">
              <a:lnSpc>
                <a:spcPct val="150000"/>
              </a:lnSpc>
              <a:spcBef>
                <a:spcPts val="0"/>
              </a:spcBef>
              <a:spcAft>
                <a:spcPts val="0"/>
              </a:spcAft>
              <a:buSzPts val="1556"/>
              <a:buChar char="∙"/>
            </a:pPr>
            <a:r>
              <a:rPr lang="es-ES" sz="1100">
                <a:solidFill>
                  <a:schemeClr val="dk1"/>
                </a:solidFill>
                <a:latin typeface="Calibri"/>
                <a:ea typeface="Calibri"/>
                <a:cs typeface="Calibri"/>
                <a:sym typeface="Calibri"/>
              </a:rPr>
              <a:t>A continuación se detallarán las clases principales con su código fuente.</a:t>
            </a:r>
            <a:endParaRPr sz="1100">
              <a:solidFill>
                <a:schemeClr val="dk1"/>
              </a:solidFill>
              <a:latin typeface="Calibri"/>
              <a:ea typeface="Calibri"/>
              <a:cs typeface="Calibri"/>
              <a:sym typeface="Calibri"/>
            </a:endParaRPr>
          </a:p>
          <a:p>
            <a:pPr indent="-304800" lvl="0" marL="457200" rtl="0" algn="just">
              <a:lnSpc>
                <a:spcPct val="107000"/>
              </a:lnSpc>
              <a:spcBef>
                <a:spcPts val="0"/>
              </a:spcBef>
              <a:spcAft>
                <a:spcPts val="0"/>
              </a:spcAft>
              <a:buSzPts val="1200"/>
              <a:buFont typeface="Cambria"/>
              <a:buChar char="∙"/>
            </a:pPr>
            <a:r>
              <a:t/>
            </a:r>
            <a:endParaRPr sz="1200">
              <a:latin typeface="Cambria"/>
              <a:ea typeface="Cambria"/>
              <a:cs typeface="Cambria"/>
              <a:sym typeface="Cambria"/>
            </a:endParaRPr>
          </a:p>
        </p:txBody>
      </p:sp>
      <p:graphicFrame>
        <p:nvGraphicFramePr>
          <p:cNvPr id="563" name="Google Shape;563;p69"/>
          <p:cNvGraphicFramePr/>
          <p:nvPr/>
        </p:nvGraphicFramePr>
        <p:xfrm>
          <a:off x="2332825" y="1914088"/>
          <a:ext cx="3000000" cy="3000000"/>
        </p:xfrm>
        <a:graphic>
          <a:graphicData uri="http://schemas.openxmlformats.org/drawingml/2006/table">
            <a:tbl>
              <a:tblPr>
                <a:noFill/>
                <a:tableStyleId>{BF136021-7255-42B7-A7E7-87A8D8FFE9CA}</a:tableStyleId>
              </a:tblPr>
              <a:tblGrid>
                <a:gridCol w="6484300"/>
              </a:tblGrid>
              <a:tr h="4023900">
                <a:tc>
                  <a:txBody>
                    <a:bodyPr/>
                    <a:lstStyle/>
                    <a:p>
                      <a:pPr indent="0" lvl="0" marL="0" rtl="0" algn="l">
                        <a:lnSpc>
                          <a:spcPct val="144000"/>
                        </a:lnSpc>
                        <a:spcBef>
                          <a:spcPts val="0"/>
                        </a:spcBef>
                        <a:spcAft>
                          <a:spcPts val="0"/>
                        </a:spcAft>
                        <a:buNone/>
                      </a:pPr>
                      <a:r>
                        <a:rPr lang="es-ES" sz="900">
                          <a:solidFill>
                            <a:srgbClr val="4F81BD"/>
                          </a:solidFill>
                          <a:latin typeface="Calibri"/>
                          <a:ea typeface="Calibri"/>
                          <a:cs typeface="Calibri"/>
                          <a:sym typeface="Calibri"/>
                        </a:rPr>
                        <a:t>  // LOS MOCKS (Para los que aún no construimos):</a:t>
                      </a:r>
                      <a:endParaRPr sz="900">
                        <a:solidFill>
                          <a:srgbClr val="4F81BD"/>
                        </a:solidFill>
                        <a:latin typeface="Calibri"/>
                        <a:ea typeface="Calibri"/>
                        <a:cs typeface="Calibri"/>
                        <a:sym typeface="Calibri"/>
                      </a:endParaRPr>
                    </a:p>
                    <a:p>
                      <a:pPr indent="0" lvl="0" marL="0" rtl="0" algn="l">
                        <a:lnSpc>
                          <a:spcPct val="144000"/>
                        </a:lnSpc>
                        <a:spcBef>
                          <a:spcPts val="0"/>
                        </a:spcBef>
                        <a:spcAft>
                          <a:spcPts val="0"/>
                        </a:spcAft>
                        <a:buNone/>
                      </a:pPr>
                      <a:r>
                        <a:rPr lang="es-ES" sz="900">
                          <a:solidFill>
                            <a:srgbClr val="4F81BD"/>
                          </a:solidFill>
                          <a:latin typeface="Calibri"/>
                          <a:ea typeface="Calibri"/>
                          <a:cs typeface="Calibri"/>
                          <a:sym typeface="Calibri"/>
                        </a:rPr>
                        <a:t>            builder.Services.AddScoped&lt;ec.edu.monster.Interfaces.IAdaptadorAutenticacion&gt;(sp =&gt; new ec.edu.monster.Adaptadores.AdaptadorAutenticacionMock(ec.edu.monster.Modelos.TipoBackend.JavaRest));</a:t>
                      </a:r>
                      <a:endParaRPr sz="900">
                        <a:solidFill>
                          <a:srgbClr val="4F81BD"/>
                        </a:solidFill>
                        <a:latin typeface="Calibri"/>
                        <a:ea typeface="Calibri"/>
                        <a:cs typeface="Calibri"/>
                        <a:sym typeface="Calibri"/>
                      </a:endParaRPr>
                    </a:p>
                    <a:p>
                      <a:pPr indent="0" lvl="0" marL="0" rtl="0" algn="l">
                        <a:lnSpc>
                          <a:spcPct val="144000"/>
                        </a:lnSpc>
                        <a:spcBef>
                          <a:spcPts val="0"/>
                        </a:spcBef>
                        <a:spcAft>
                          <a:spcPts val="0"/>
                        </a:spcAft>
                        <a:buNone/>
                      </a:pPr>
                      <a:r>
                        <a:rPr lang="es-ES" sz="900">
                          <a:solidFill>
                            <a:srgbClr val="4F81BD"/>
                          </a:solidFill>
                          <a:latin typeface="Calibri"/>
                          <a:ea typeface="Calibri"/>
                          <a:cs typeface="Calibri"/>
                          <a:sym typeface="Calibri"/>
                        </a:rPr>
                        <a:t>            builder.Services.AddScoped&lt;ec.edu.monster.Interfaces.IAdaptadorAutenticacion&gt;(sp =&gt; new ec.edu.monster.Adaptadores.AdaptadorAutenticacionMock(ec.edu.monster.Modelos.TipoBackend.DotNetSoap));</a:t>
                      </a:r>
                      <a:endParaRPr sz="900">
                        <a:solidFill>
                          <a:srgbClr val="4F81BD"/>
                        </a:solidFill>
                        <a:latin typeface="Calibri"/>
                        <a:ea typeface="Calibri"/>
                        <a:cs typeface="Calibri"/>
                        <a:sym typeface="Calibri"/>
                      </a:endParaRPr>
                    </a:p>
                    <a:p>
                      <a:pPr indent="0" lvl="0" marL="0" rtl="0" algn="l">
                        <a:lnSpc>
                          <a:spcPct val="144000"/>
                        </a:lnSpc>
                        <a:spcBef>
                          <a:spcPts val="0"/>
                        </a:spcBef>
                        <a:spcAft>
                          <a:spcPts val="0"/>
                        </a:spcAft>
                        <a:buNone/>
                      </a:pPr>
                      <a:r>
                        <a:rPr lang="es-ES" sz="900">
                          <a:solidFill>
                            <a:srgbClr val="4F81BD"/>
                          </a:solidFill>
                          <a:latin typeface="Calibri"/>
                          <a:ea typeface="Calibri"/>
                          <a:cs typeface="Calibri"/>
                          <a:sym typeface="Calibri"/>
                        </a:rPr>
                        <a:t>            builder.Services.AddScoped&lt;ec.edu.monster.Interfaces.IAdaptadorAutenticacion&gt;(sp =&gt; new ec.edu.monster.Adaptadores.AdaptadorAutenticacionMock(ec.edu.monster.Modelos.TipoBackend.DotNetRest));</a:t>
                      </a:r>
                      <a:endParaRPr sz="900">
                        <a:solidFill>
                          <a:srgbClr val="4F81BD"/>
                        </a:solidFill>
                        <a:latin typeface="Calibri"/>
                        <a:ea typeface="Calibri"/>
                        <a:cs typeface="Calibri"/>
                        <a:sym typeface="Calibri"/>
                      </a:endParaRPr>
                    </a:p>
                    <a:p>
                      <a:pPr indent="0" lvl="0" marL="0" rtl="0" algn="l">
                        <a:lnSpc>
                          <a:spcPct val="115000"/>
                        </a:lnSpc>
                        <a:spcBef>
                          <a:spcPts val="0"/>
                        </a:spcBef>
                        <a:spcAft>
                          <a:spcPts val="0"/>
                        </a:spcAft>
                        <a:buNone/>
                      </a:pPr>
                      <a:r>
                        <a:t/>
                      </a:r>
                      <a:endParaRPr sz="1100">
                        <a:solidFill>
                          <a:schemeClr val="dk1"/>
                        </a:solidFill>
                      </a:endParaRPr>
                    </a:p>
                    <a:p>
                      <a:pPr indent="0" lvl="0" marL="0" rtl="0" algn="l">
                        <a:lnSpc>
                          <a:spcPct val="144000"/>
                        </a:lnSpc>
                        <a:spcBef>
                          <a:spcPts val="0"/>
                        </a:spcBef>
                        <a:spcAft>
                          <a:spcPts val="0"/>
                        </a:spcAft>
                        <a:buNone/>
                      </a:pPr>
                      <a:r>
                        <a:rPr lang="es-ES" sz="900">
                          <a:solidFill>
                            <a:srgbClr val="4F81BD"/>
                          </a:solidFill>
                          <a:latin typeface="Calibri"/>
                          <a:ea typeface="Calibri"/>
                          <a:cs typeface="Calibri"/>
                          <a:sym typeface="Calibri"/>
                        </a:rPr>
                        <a:t>            // --- CONVERSIÓN ---</a:t>
                      </a:r>
                      <a:endParaRPr sz="900">
                        <a:solidFill>
                          <a:srgbClr val="4F81BD"/>
                        </a:solidFill>
                        <a:latin typeface="Calibri"/>
                        <a:ea typeface="Calibri"/>
                        <a:cs typeface="Calibri"/>
                        <a:sym typeface="Calibri"/>
                      </a:endParaRPr>
                    </a:p>
                    <a:p>
                      <a:pPr indent="0" lvl="0" marL="0" rtl="0" algn="l">
                        <a:lnSpc>
                          <a:spcPct val="144000"/>
                        </a:lnSpc>
                        <a:spcBef>
                          <a:spcPts val="0"/>
                        </a:spcBef>
                        <a:spcAft>
                          <a:spcPts val="0"/>
                        </a:spcAft>
                        <a:buNone/>
                      </a:pPr>
                      <a:r>
                        <a:rPr lang="es-ES" sz="900">
                          <a:solidFill>
                            <a:srgbClr val="4F81BD"/>
                          </a:solidFill>
                          <a:latin typeface="Calibri"/>
                          <a:ea typeface="Calibri"/>
                          <a:cs typeface="Calibri"/>
                          <a:sym typeface="Calibri"/>
                        </a:rPr>
                        <a:t>            // EL REAL (Java SOAP):</a:t>
                      </a:r>
                      <a:endParaRPr sz="900">
                        <a:solidFill>
                          <a:srgbClr val="4F81BD"/>
                        </a:solidFill>
                        <a:latin typeface="Calibri"/>
                        <a:ea typeface="Calibri"/>
                        <a:cs typeface="Calibri"/>
                        <a:sym typeface="Calibri"/>
                      </a:endParaRPr>
                    </a:p>
                    <a:p>
                      <a:pPr indent="0" lvl="0" marL="0" rtl="0" algn="l">
                        <a:lnSpc>
                          <a:spcPct val="144000"/>
                        </a:lnSpc>
                        <a:spcBef>
                          <a:spcPts val="0"/>
                        </a:spcBef>
                        <a:spcAft>
                          <a:spcPts val="0"/>
                        </a:spcAft>
                        <a:buNone/>
                      </a:pPr>
                      <a:r>
                        <a:rPr lang="es-ES" sz="900">
                          <a:solidFill>
                            <a:srgbClr val="4F81BD"/>
                          </a:solidFill>
                          <a:latin typeface="Calibri"/>
                          <a:ea typeface="Calibri"/>
                          <a:cs typeface="Calibri"/>
                          <a:sym typeface="Calibri"/>
                        </a:rPr>
                        <a:t>            builder.Services.AddScoped&lt;ec.edu.monster.Interfaces.IAdaptadorConversion, ec.edu.monster.Adaptadores.AdaptadorConversionJavaSoap&gt;();</a:t>
                      </a:r>
                      <a:endParaRPr sz="900">
                        <a:solidFill>
                          <a:srgbClr val="4F81BD"/>
                        </a:solidFill>
                        <a:latin typeface="Calibri"/>
                        <a:ea typeface="Calibri"/>
                        <a:cs typeface="Calibri"/>
                        <a:sym typeface="Calibri"/>
                      </a:endParaRPr>
                    </a:p>
                    <a:p>
                      <a:pPr indent="0" lvl="0" marL="0" rtl="0" algn="l">
                        <a:lnSpc>
                          <a:spcPct val="144000"/>
                        </a:lnSpc>
                        <a:spcBef>
                          <a:spcPts val="0"/>
                        </a:spcBef>
                        <a:spcAft>
                          <a:spcPts val="0"/>
                        </a:spcAft>
                        <a:buNone/>
                      </a:pPr>
                      <a:r>
                        <a:rPr lang="es-ES" sz="900">
                          <a:solidFill>
                            <a:srgbClr val="4F81BD"/>
                          </a:solidFill>
                          <a:latin typeface="Calibri"/>
                          <a:ea typeface="Calibri"/>
                          <a:cs typeface="Calibri"/>
                          <a:sym typeface="Calibri"/>
                        </a:rPr>
                        <a:t>            // LOS MOCKS:</a:t>
                      </a:r>
                      <a:endParaRPr sz="900">
                        <a:solidFill>
                          <a:srgbClr val="4F81BD"/>
                        </a:solidFill>
                        <a:latin typeface="Calibri"/>
                        <a:ea typeface="Calibri"/>
                        <a:cs typeface="Calibri"/>
                        <a:sym typeface="Calibri"/>
                      </a:endParaRPr>
                    </a:p>
                    <a:p>
                      <a:pPr indent="0" lvl="0" marL="0" rtl="0" algn="l">
                        <a:lnSpc>
                          <a:spcPct val="144000"/>
                        </a:lnSpc>
                        <a:spcBef>
                          <a:spcPts val="0"/>
                        </a:spcBef>
                        <a:spcAft>
                          <a:spcPts val="0"/>
                        </a:spcAft>
                        <a:buNone/>
                      </a:pPr>
                      <a:r>
                        <a:rPr lang="es-ES" sz="900">
                          <a:solidFill>
                            <a:srgbClr val="4F81BD"/>
                          </a:solidFill>
                          <a:latin typeface="Calibri"/>
                          <a:ea typeface="Calibri"/>
                          <a:cs typeface="Calibri"/>
                          <a:sym typeface="Calibri"/>
                        </a:rPr>
                        <a:t>            builder.Services.AddScoped&lt;ec.edu.monster.Interfaces.IAdaptadorConversion&gt;(sp =&gt; new ec.edu.monster.Adaptadores.AdaptadorConversionMock(ec.edu.monster.Modelos.TipoBackend.JavaRest));</a:t>
                      </a:r>
                      <a:endParaRPr sz="900">
                        <a:solidFill>
                          <a:srgbClr val="4F81BD"/>
                        </a:solidFill>
                        <a:latin typeface="Calibri"/>
                        <a:ea typeface="Calibri"/>
                        <a:cs typeface="Calibri"/>
                        <a:sym typeface="Calibri"/>
                      </a:endParaRPr>
                    </a:p>
                    <a:p>
                      <a:pPr indent="0" lvl="0" marL="0" rtl="0" algn="l">
                        <a:lnSpc>
                          <a:spcPct val="144000"/>
                        </a:lnSpc>
                        <a:spcBef>
                          <a:spcPts val="0"/>
                        </a:spcBef>
                        <a:spcAft>
                          <a:spcPts val="0"/>
                        </a:spcAft>
                        <a:buNone/>
                      </a:pPr>
                      <a:r>
                        <a:rPr lang="es-ES" sz="900">
                          <a:solidFill>
                            <a:srgbClr val="4F81BD"/>
                          </a:solidFill>
                          <a:latin typeface="Calibri"/>
                          <a:ea typeface="Calibri"/>
                          <a:cs typeface="Calibri"/>
                          <a:sym typeface="Calibri"/>
                        </a:rPr>
                        <a:t>            builder.Services.AddScoped&lt;ec.edu.monster.Interfaces.IAdaptadorConversion&gt;(sp =&gt; new ec.edu.monster.Adaptadores.AdaptadorConversionMock(ec.edu.monster.Modelos.TipoBackend.DotNetSoap));</a:t>
                      </a:r>
                      <a:endParaRPr sz="900">
                        <a:solidFill>
                          <a:srgbClr val="4F81BD"/>
                        </a:solidFill>
                        <a:latin typeface="Calibri"/>
                        <a:ea typeface="Calibri"/>
                        <a:cs typeface="Calibri"/>
                        <a:sym typeface="Calibri"/>
                      </a:endParaRPr>
                    </a:p>
                    <a:p>
                      <a:pPr indent="0" lvl="0" marL="0" rtl="0" algn="l">
                        <a:lnSpc>
                          <a:spcPct val="144000"/>
                        </a:lnSpc>
                        <a:spcBef>
                          <a:spcPts val="0"/>
                        </a:spcBef>
                        <a:spcAft>
                          <a:spcPts val="0"/>
                        </a:spcAft>
                        <a:buNone/>
                      </a:pPr>
                      <a:r>
                        <a:rPr lang="es-ES" sz="900">
                          <a:solidFill>
                            <a:srgbClr val="4F81BD"/>
                          </a:solidFill>
                          <a:latin typeface="Calibri"/>
                          <a:ea typeface="Calibri"/>
                          <a:cs typeface="Calibri"/>
                          <a:sym typeface="Calibri"/>
                        </a:rPr>
                        <a:t>            builder.Services.AddScoped&lt;ec.edu.monster.Interfaces.IAdaptadorConversion&gt;(sp =&gt; new ec.edu.monster.Adaptadores.AdaptadorConversionMock(ec.edu.monster.Modelos.TipoBackend.DotNetRest));</a:t>
                      </a:r>
                      <a:endParaRPr sz="900">
                        <a:solidFill>
                          <a:srgbClr val="4F81BD"/>
                        </a:solidFill>
                        <a:latin typeface="Calibri"/>
                        <a:ea typeface="Calibri"/>
                        <a:cs typeface="Calibri"/>
                        <a:sym typeface="Calibri"/>
                      </a:endParaRPr>
                    </a:p>
                    <a:p>
                      <a:pPr indent="0" lvl="0" marL="0" rtl="0" algn="l">
                        <a:lnSpc>
                          <a:spcPct val="115000"/>
                        </a:lnSpc>
                        <a:spcBef>
                          <a:spcPts val="0"/>
                        </a:spcBef>
                        <a:spcAft>
                          <a:spcPts val="0"/>
                        </a:spcAft>
                        <a:buNone/>
                      </a:pPr>
                      <a:r>
                        <a:t/>
                      </a:r>
                      <a:endParaRPr sz="1100">
                        <a:solidFill>
                          <a:schemeClr val="dk1"/>
                        </a:solidFill>
                      </a:endParaRPr>
                    </a:p>
                    <a:p>
                      <a:pPr indent="0" lvl="0" marL="0" rtl="0" algn="l">
                        <a:lnSpc>
                          <a:spcPct val="144000"/>
                        </a:lnSpc>
                        <a:spcBef>
                          <a:spcPts val="0"/>
                        </a:spcBef>
                        <a:spcAft>
                          <a:spcPts val="0"/>
                        </a:spcAft>
                        <a:buNone/>
                      </a:pPr>
                      <a:r>
                        <a:rPr lang="es-ES" sz="900">
                          <a:solidFill>
                            <a:srgbClr val="4F81BD"/>
                          </a:solidFill>
                          <a:latin typeface="Calibri"/>
                          <a:ea typeface="Calibri"/>
                          <a:cs typeface="Calibri"/>
                          <a:sym typeface="Calibri"/>
                        </a:rPr>
                        <a:t>            return builder.Build();</a:t>
                      </a:r>
                      <a:endParaRPr sz="900">
                        <a:solidFill>
                          <a:srgbClr val="4F81BD"/>
                        </a:solidFill>
                        <a:latin typeface="Calibri"/>
                        <a:ea typeface="Calibri"/>
                        <a:cs typeface="Calibri"/>
                        <a:sym typeface="Calibri"/>
                      </a:endParaRPr>
                    </a:p>
                    <a:p>
                      <a:pPr indent="0" lvl="0" marL="0" rtl="0" algn="l">
                        <a:lnSpc>
                          <a:spcPct val="144000"/>
                        </a:lnSpc>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indent="0" lvl="0" marL="0" rtl="0" algn="l">
                        <a:lnSpc>
                          <a:spcPct val="144000"/>
                        </a:lnSpc>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indent="0" lvl="0" marL="0" rtl="0" algn="l">
                        <a:lnSpc>
                          <a:spcPct val="144000"/>
                        </a:lnSpc>
                        <a:spcBef>
                          <a:spcPts val="0"/>
                        </a:spcBef>
                        <a:spcAft>
                          <a:spcPts val="0"/>
                        </a:spcAft>
                        <a:buNone/>
                      </a:pPr>
                      <a:r>
                        <a:rPr lang="es-ES" sz="900">
                          <a:solidFill>
                            <a:srgbClr val="4F81BD"/>
                          </a:solidFill>
                          <a:latin typeface="Calibri"/>
                          <a:ea typeface="Calibri"/>
                          <a:cs typeface="Calibri"/>
                          <a:sym typeface="Calibri"/>
                        </a:rPr>
                        <a:t>}</a:t>
                      </a:r>
                      <a:endParaRPr sz="1100">
                        <a:solidFill>
                          <a:schemeClr val="dk1"/>
                        </a:solidFill>
                      </a:endParaRPr>
                    </a:p>
                  </a:txBody>
                  <a:tcPr marT="63500" marB="63500" marR="63500" marL="63500"/>
                </a:tc>
              </a:tr>
            </a:tbl>
          </a:graphicData>
        </a:graphic>
      </p:graphicFrame>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7" name="Shape 567"/>
        <p:cNvGrpSpPr/>
        <p:nvPr/>
      </p:nvGrpSpPr>
      <p:grpSpPr>
        <a:xfrm>
          <a:off x="0" y="0"/>
          <a:ext cx="0" cy="0"/>
          <a:chOff x="0" y="0"/>
          <a:chExt cx="0" cy="0"/>
        </a:xfrm>
      </p:grpSpPr>
      <p:sp>
        <p:nvSpPr>
          <p:cNvPr id="568" name="Google Shape;568;p70"/>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569" name="Google Shape;569;p70"/>
          <p:cNvSpPr/>
          <p:nvPr/>
        </p:nvSpPr>
        <p:spPr>
          <a:xfrm>
            <a:off x="9383697" y="14347"/>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400"/>
              <a:buFont typeface="Arial"/>
              <a:buNone/>
            </a:pPr>
            <a:r>
              <a:t/>
            </a:r>
            <a:endParaRPr/>
          </a:p>
          <a:p>
            <a:pPr indent="-306000" lvl="0" marL="3060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DESARROLLO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SERVIDOR RESTful</a:t>
            </a:r>
            <a:endParaRPr>
              <a:solidFill>
                <a:schemeClr val="lt1"/>
              </a:solidFill>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12096" lvl="1" marL="763200" rtl="0" algn="l">
              <a:spcBef>
                <a:spcPts val="840"/>
              </a:spcBef>
              <a:spcAft>
                <a:spcPts val="0"/>
              </a:spcAft>
              <a:buClr>
                <a:schemeClr val="accent2"/>
              </a:buClr>
              <a:buSzPts val="1200"/>
              <a:buFont typeface="Gill Sans"/>
              <a:buChar char="◼"/>
            </a:pPr>
            <a:r>
              <a:rPr b="1" lang="es-ES" sz="1200">
                <a:solidFill>
                  <a:schemeClr val="lt1"/>
                </a:solidFill>
                <a:latin typeface="Gill Sans"/>
                <a:ea typeface="Gill Sans"/>
                <a:cs typeface="Gill Sans"/>
                <a:sym typeface="Gill Sans"/>
              </a:rPr>
              <a:t>CREACIÓN DEL PROYECTO MAUI</a:t>
            </a:r>
            <a:endParaRPr b="1" sz="1200">
              <a:solidFill>
                <a:schemeClr val="lt1"/>
              </a:solidFill>
              <a:latin typeface="Gill Sans"/>
              <a:ea typeface="Gill Sans"/>
              <a:cs typeface="Gill Sans"/>
              <a:sym typeface="Gill Sans"/>
            </a:endParaRPr>
          </a:p>
          <a:p>
            <a:pPr indent="-306000" lvl="1" marL="763200" rtl="0" algn="l">
              <a:spcBef>
                <a:spcPts val="840"/>
              </a:spcBef>
              <a:spcAft>
                <a:spcPts val="0"/>
              </a:spcAft>
              <a:buClr>
                <a:srgbClr val="FFFF00"/>
              </a:buClr>
              <a:buSzPts val="1104"/>
              <a:buFont typeface="Noto Sans Symbols"/>
              <a:buChar char="◼"/>
            </a:pPr>
            <a:r>
              <a:rPr b="1" lang="es-ES" sz="1200">
                <a:solidFill>
                  <a:srgbClr val="FFFF00"/>
                </a:solidFill>
                <a:latin typeface="Gill Sans"/>
                <a:ea typeface="Gill Sans"/>
                <a:cs typeface="Gill Sans"/>
                <a:sym typeface="Gill Sans"/>
              </a:rPr>
              <a:t>CREACIÓN DEL PROYECTO – CLIENTE ESCRITORIO</a:t>
            </a:r>
            <a:endParaRPr>
              <a:solidFill>
                <a:srgbClr val="FFFF00"/>
              </a:solidFill>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MOVIL</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CONCLUSIONES</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RECOMENDACIONES</a:t>
            </a:r>
            <a:endParaRPr/>
          </a:p>
          <a:p>
            <a:pPr indent="0" lvl="0" marL="457200" rtl="0" algn="l">
              <a:spcBef>
                <a:spcPts val="840"/>
              </a:spcBef>
              <a:spcAft>
                <a:spcPts val="0"/>
              </a:spcAft>
              <a:buClr>
                <a:srgbClr val="000000"/>
              </a:buClr>
              <a:buSzPts val="1400"/>
              <a:buFont typeface="Arial"/>
              <a:buNone/>
            </a:pPr>
            <a:r>
              <a:t/>
            </a:r>
            <a:endParaRPr/>
          </a:p>
          <a:p>
            <a:pPr indent="0" lvl="0" marL="457200" rtl="0" algn="l">
              <a:spcBef>
                <a:spcPts val="840"/>
              </a:spcBef>
              <a:spcAft>
                <a:spcPts val="0"/>
              </a:spcAft>
              <a:buClr>
                <a:srgbClr val="000000"/>
              </a:buClr>
              <a:buSzPts val="1400"/>
              <a:buFont typeface="Arial"/>
              <a:buNone/>
            </a:pPr>
            <a:r>
              <a:t/>
            </a:r>
            <a:endParaRPr/>
          </a:p>
          <a:p>
            <a:pPr indent="0" lvl="0" marL="457200" marR="0" rtl="0" algn="l">
              <a:lnSpc>
                <a:spcPct val="100000"/>
              </a:lnSpc>
              <a:spcBef>
                <a:spcPts val="840"/>
              </a:spcBef>
              <a:spcAft>
                <a:spcPts val="0"/>
              </a:spcAft>
              <a:buClr>
                <a:srgbClr val="000000"/>
              </a:buClr>
              <a:buSzPts val="1400"/>
              <a:buFont typeface="Arial"/>
              <a:buNone/>
            </a:pPr>
            <a:r>
              <a:t/>
            </a:r>
            <a:endParaRPr/>
          </a:p>
        </p:txBody>
      </p:sp>
      <p:pic>
        <p:nvPicPr>
          <p:cNvPr id="570" name="Google Shape;570;p70"/>
          <p:cNvPicPr preferRelativeResize="0"/>
          <p:nvPr/>
        </p:nvPicPr>
        <p:blipFill>
          <a:blip r:embed="rId3">
            <a:alphaModFix/>
          </a:blip>
          <a:stretch>
            <a:fillRect/>
          </a:stretch>
        </p:blipFill>
        <p:spPr>
          <a:xfrm>
            <a:off x="1863925" y="2920600"/>
            <a:ext cx="5734050" cy="3476625"/>
          </a:xfrm>
          <a:prstGeom prst="rect">
            <a:avLst/>
          </a:prstGeom>
          <a:noFill/>
          <a:ln>
            <a:noFill/>
          </a:ln>
        </p:spPr>
      </p:pic>
      <p:sp>
        <p:nvSpPr>
          <p:cNvPr id="571" name="Google Shape;571;p70"/>
          <p:cNvSpPr txBox="1"/>
          <p:nvPr/>
        </p:nvSpPr>
        <p:spPr>
          <a:xfrm>
            <a:off x="636600" y="1868349"/>
            <a:ext cx="8576700" cy="742200"/>
          </a:xfrm>
          <a:prstGeom prst="rect">
            <a:avLst/>
          </a:prstGeom>
          <a:noFill/>
          <a:ln>
            <a:noFill/>
          </a:ln>
        </p:spPr>
        <p:txBody>
          <a:bodyPr anchorCtr="0" anchor="ctr" bIns="45700" lIns="91425" spcFirstLastPara="1" rIns="91425" wrap="square" tIns="45700">
            <a:normAutofit/>
          </a:bodyPr>
          <a:lstStyle/>
          <a:p>
            <a:pPr indent="-355600" lvl="0" marL="457200" marR="0" rtl="0" algn="just">
              <a:lnSpc>
                <a:spcPct val="107000"/>
              </a:lnSpc>
              <a:spcBef>
                <a:spcPts val="0"/>
              </a:spcBef>
              <a:spcAft>
                <a:spcPts val="0"/>
              </a:spcAft>
              <a:buClr>
                <a:srgbClr val="3D3D3D"/>
              </a:buClr>
              <a:buSzPts val="2000"/>
              <a:buFont typeface="Cambria"/>
              <a:buChar char="∙"/>
            </a:pPr>
            <a:r>
              <a:rPr b="1" lang="es-ES" sz="1800">
                <a:solidFill>
                  <a:srgbClr val="3D3D3D"/>
                </a:solidFill>
                <a:latin typeface="Cambria"/>
                <a:ea typeface="Cambria"/>
                <a:cs typeface="Cambria"/>
                <a:sym typeface="Cambria"/>
              </a:rPr>
              <a:t>Vista login</a:t>
            </a:r>
            <a:endParaRPr b="0" i="0" sz="2000" u="none" cap="none" strike="noStrike">
              <a:solidFill>
                <a:srgbClr val="3D3D3D"/>
              </a:solidFill>
              <a:latin typeface="Cambria"/>
              <a:ea typeface="Cambria"/>
              <a:cs typeface="Cambria"/>
              <a:sym typeface="Cambria"/>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5" name="Shape 575"/>
        <p:cNvGrpSpPr/>
        <p:nvPr/>
      </p:nvGrpSpPr>
      <p:grpSpPr>
        <a:xfrm>
          <a:off x="0" y="0"/>
          <a:ext cx="0" cy="0"/>
          <a:chOff x="0" y="0"/>
          <a:chExt cx="0" cy="0"/>
        </a:xfrm>
      </p:grpSpPr>
      <p:sp>
        <p:nvSpPr>
          <p:cNvPr id="576" name="Google Shape;576;p71"/>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577" name="Google Shape;577;p71"/>
          <p:cNvSpPr/>
          <p:nvPr/>
        </p:nvSpPr>
        <p:spPr>
          <a:xfrm>
            <a:off x="9383697" y="14347"/>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400"/>
              <a:buFont typeface="Arial"/>
              <a:buNone/>
            </a:pPr>
            <a:r>
              <a:t/>
            </a:r>
            <a:endParaRPr/>
          </a:p>
          <a:p>
            <a:pPr indent="-306000" lvl="0" marL="3060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DESARROLLO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SERVIDOR RESTful</a:t>
            </a:r>
            <a:endParaRPr>
              <a:solidFill>
                <a:schemeClr val="lt1"/>
              </a:solidFill>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12096" lvl="1" marL="763200" rtl="0" algn="l">
              <a:spcBef>
                <a:spcPts val="840"/>
              </a:spcBef>
              <a:spcAft>
                <a:spcPts val="0"/>
              </a:spcAft>
              <a:buClr>
                <a:schemeClr val="accent2"/>
              </a:buClr>
              <a:buSzPts val="1200"/>
              <a:buFont typeface="Gill Sans"/>
              <a:buChar char="◼"/>
            </a:pPr>
            <a:r>
              <a:rPr b="1" lang="es-ES" sz="1200">
                <a:solidFill>
                  <a:schemeClr val="lt1"/>
                </a:solidFill>
                <a:latin typeface="Gill Sans"/>
                <a:ea typeface="Gill Sans"/>
                <a:cs typeface="Gill Sans"/>
                <a:sym typeface="Gill Sans"/>
              </a:rPr>
              <a:t>CREACIÓN DEL PROYECTO MAUI</a:t>
            </a:r>
            <a:endParaRPr b="1" sz="1200">
              <a:solidFill>
                <a:schemeClr val="lt1"/>
              </a:solidFill>
              <a:latin typeface="Gill Sans"/>
              <a:ea typeface="Gill Sans"/>
              <a:cs typeface="Gill Sans"/>
              <a:sym typeface="Gill Sans"/>
            </a:endParaRPr>
          </a:p>
          <a:p>
            <a:pPr indent="-306000" lvl="1" marL="763200" rtl="0" algn="l">
              <a:spcBef>
                <a:spcPts val="840"/>
              </a:spcBef>
              <a:spcAft>
                <a:spcPts val="0"/>
              </a:spcAft>
              <a:buClr>
                <a:srgbClr val="FFFF00"/>
              </a:buClr>
              <a:buSzPts val="1104"/>
              <a:buFont typeface="Noto Sans Symbols"/>
              <a:buChar char="◼"/>
            </a:pPr>
            <a:r>
              <a:rPr b="1" lang="es-ES" sz="1200">
                <a:solidFill>
                  <a:srgbClr val="FFFF00"/>
                </a:solidFill>
                <a:latin typeface="Gill Sans"/>
                <a:ea typeface="Gill Sans"/>
                <a:cs typeface="Gill Sans"/>
                <a:sym typeface="Gill Sans"/>
              </a:rPr>
              <a:t>CREACIÓN DEL PROYECTO – CLIENTE ESCRITORIO</a:t>
            </a:r>
            <a:endParaRPr>
              <a:solidFill>
                <a:srgbClr val="FFFF00"/>
              </a:solidFill>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MOVIL</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CONCLUSIONES</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RECOMENDACIONES</a:t>
            </a:r>
            <a:endParaRPr/>
          </a:p>
          <a:p>
            <a:pPr indent="0" lvl="0" marL="457200" rtl="0" algn="l">
              <a:spcBef>
                <a:spcPts val="840"/>
              </a:spcBef>
              <a:spcAft>
                <a:spcPts val="0"/>
              </a:spcAft>
              <a:buClr>
                <a:srgbClr val="000000"/>
              </a:buClr>
              <a:buSzPts val="1400"/>
              <a:buFont typeface="Arial"/>
              <a:buNone/>
            </a:pPr>
            <a:r>
              <a:t/>
            </a:r>
            <a:endParaRPr/>
          </a:p>
          <a:p>
            <a:pPr indent="0" lvl="0" marL="457200" rtl="0" algn="l">
              <a:spcBef>
                <a:spcPts val="840"/>
              </a:spcBef>
              <a:spcAft>
                <a:spcPts val="0"/>
              </a:spcAft>
              <a:buClr>
                <a:srgbClr val="000000"/>
              </a:buClr>
              <a:buSzPts val="1400"/>
              <a:buFont typeface="Arial"/>
              <a:buNone/>
            </a:pPr>
            <a:r>
              <a:t/>
            </a:r>
            <a:endParaRPr/>
          </a:p>
          <a:p>
            <a:pPr indent="0" lvl="0" marL="457200" marR="0" rtl="0" algn="l">
              <a:lnSpc>
                <a:spcPct val="100000"/>
              </a:lnSpc>
              <a:spcBef>
                <a:spcPts val="840"/>
              </a:spcBef>
              <a:spcAft>
                <a:spcPts val="0"/>
              </a:spcAft>
              <a:buClr>
                <a:srgbClr val="000000"/>
              </a:buClr>
              <a:buSzPts val="1400"/>
              <a:buFont typeface="Arial"/>
              <a:buNone/>
            </a:pPr>
            <a:r>
              <a:t/>
            </a:r>
            <a:endParaRPr/>
          </a:p>
        </p:txBody>
      </p:sp>
      <p:sp>
        <p:nvSpPr>
          <p:cNvPr id="578" name="Google Shape;578;p71"/>
          <p:cNvSpPr txBox="1"/>
          <p:nvPr/>
        </p:nvSpPr>
        <p:spPr>
          <a:xfrm>
            <a:off x="636600" y="1868349"/>
            <a:ext cx="8576700" cy="742200"/>
          </a:xfrm>
          <a:prstGeom prst="rect">
            <a:avLst/>
          </a:prstGeom>
          <a:noFill/>
          <a:ln>
            <a:noFill/>
          </a:ln>
        </p:spPr>
        <p:txBody>
          <a:bodyPr anchorCtr="0" anchor="ctr" bIns="45700" lIns="91425" spcFirstLastPara="1" rIns="91425" wrap="square" tIns="45700">
            <a:normAutofit/>
          </a:bodyPr>
          <a:lstStyle/>
          <a:p>
            <a:pPr indent="-355600" lvl="0" marL="457200" marR="0" rtl="0" algn="just">
              <a:lnSpc>
                <a:spcPct val="107000"/>
              </a:lnSpc>
              <a:spcBef>
                <a:spcPts val="0"/>
              </a:spcBef>
              <a:spcAft>
                <a:spcPts val="0"/>
              </a:spcAft>
              <a:buClr>
                <a:srgbClr val="3D3D3D"/>
              </a:buClr>
              <a:buSzPts val="2000"/>
              <a:buFont typeface="Cambria"/>
              <a:buChar char="∙"/>
            </a:pPr>
            <a:r>
              <a:rPr b="1" lang="es-ES" sz="1800">
                <a:solidFill>
                  <a:srgbClr val="3D3D3D"/>
                </a:solidFill>
                <a:latin typeface="Cambria"/>
                <a:ea typeface="Cambria"/>
                <a:cs typeface="Cambria"/>
                <a:sym typeface="Cambria"/>
              </a:rPr>
              <a:t>Vista login</a:t>
            </a:r>
            <a:endParaRPr b="0" i="0" sz="2000" u="none" cap="none" strike="noStrike">
              <a:solidFill>
                <a:srgbClr val="3D3D3D"/>
              </a:solidFill>
              <a:latin typeface="Cambria"/>
              <a:ea typeface="Cambria"/>
              <a:cs typeface="Cambria"/>
              <a:sym typeface="Cambria"/>
            </a:endParaRPr>
          </a:p>
        </p:txBody>
      </p:sp>
      <p:pic>
        <p:nvPicPr>
          <p:cNvPr id="579" name="Google Shape;579;p71"/>
          <p:cNvPicPr preferRelativeResize="0"/>
          <p:nvPr/>
        </p:nvPicPr>
        <p:blipFill>
          <a:blip r:embed="rId3">
            <a:alphaModFix/>
          </a:blip>
          <a:stretch>
            <a:fillRect/>
          </a:stretch>
        </p:blipFill>
        <p:spPr>
          <a:xfrm>
            <a:off x="2057925" y="2610550"/>
            <a:ext cx="5734050" cy="3467100"/>
          </a:xfrm>
          <a:prstGeom prst="rect">
            <a:avLst/>
          </a:prstGeom>
          <a:noFill/>
          <a:ln>
            <a:noFill/>
          </a:ln>
        </p:spPr>
      </p:pic>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3" name="Shape 583"/>
        <p:cNvGrpSpPr/>
        <p:nvPr/>
      </p:nvGrpSpPr>
      <p:grpSpPr>
        <a:xfrm>
          <a:off x="0" y="0"/>
          <a:ext cx="0" cy="0"/>
          <a:chOff x="0" y="0"/>
          <a:chExt cx="0" cy="0"/>
        </a:xfrm>
      </p:grpSpPr>
      <p:sp>
        <p:nvSpPr>
          <p:cNvPr id="584" name="Google Shape;584;p72"/>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585" name="Google Shape;585;p72"/>
          <p:cNvSpPr/>
          <p:nvPr/>
        </p:nvSpPr>
        <p:spPr>
          <a:xfrm>
            <a:off x="9383697" y="14347"/>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400"/>
              <a:buFont typeface="Arial"/>
              <a:buNone/>
            </a:pPr>
            <a:r>
              <a:t/>
            </a:r>
            <a:endParaRPr/>
          </a:p>
          <a:p>
            <a:pPr indent="-306000" lvl="0" marL="3060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DESARROLLO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SERVIDOR RESTful</a:t>
            </a:r>
            <a:endParaRPr>
              <a:solidFill>
                <a:schemeClr val="lt1"/>
              </a:solidFill>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12096" lvl="1" marL="763200" rtl="0" algn="l">
              <a:spcBef>
                <a:spcPts val="840"/>
              </a:spcBef>
              <a:spcAft>
                <a:spcPts val="0"/>
              </a:spcAft>
              <a:buClr>
                <a:schemeClr val="accent2"/>
              </a:buClr>
              <a:buSzPts val="1200"/>
              <a:buFont typeface="Gill Sans"/>
              <a:buChar char="◼"/>
            </a:pPr>
            <a:r>
              <a:rPr b="1" lang="es-ES" sz="1200">
                <a:solidFill>
                  <a:schemeClr val="lt1"/>
                </a:solidFill>
                <a:latin typeface="Gill Sans"/>
                <a:ea typeface="Gill Sans"/>
                <a:cs typeface="Gill Sans"/>
                <a:sym typeface="Gill Sans"/>
              </a:rPr>
              <a:t>CREACIÓN DEL PROYECTO MAUI</a:t>
            </a:r>
            <a:endParaRPr b="1" sz="1200">
              <a:solidFill>
                <a:schemeClr val="lt1"/>
              </a:solidFill>
              <a:latin typeface="Gill Sans"/>
              <a:ea typeface="Gill Sans"/>
              <a:cs typeface="Gill Sans"/>
              <a:sym typeface="Gill Sans"/>
            </a:endParaRPr>
          </a:p>
          <a:p>
            <a:pPr indent="-306000" lvl="1" marL="763200" rtl="0" algn="l">
              <a:spcBef>
                <a:spcPts val="840"/>
              </a:spcBef>
              <a:spcAft>
                <a:spcPts val="0"/>
              </a:spcAft>
              <a:buClr>
                <a:srgbClr val="FFFF00"/>
              </a:buClr>
              <a:buSzPts val="1104"/>
              <a:buFont typeface="Noto Sans Symbols"/>
              <a:buChar char="◼"/>
            </a:pPr>
            <a:r>
              <a:rPr b="1" lang="es-ES" sz="1200">
                <a:solidFill>
                  <a:srgbClr val="FFFF00"/>
                </a:solidFill>
                <a:latin typeface="Gill Sans"/>
                <a:ea typeface="Gill Sans"/>
                <a:cs typeface="Gill Sans"/>
                <a:sym typeface="Gill Sans"/>
              </a:rPr>
              <a:t>CREACIÓN DEL PROYECTO – CLIENTE ESCRITORIO</a:t>
            </a:r>
            <a:endParaRPr>
              <a:solidFill>
                <a:srgbClr val="FFFF00"/>
              </a:solidFill>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MOVIL</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CONCLUSIONES</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RECOMENDACIONES</a:t>
            </a:r>
            <a:endParaRPr/>
          </a:p>
          <a:p>
            <a:pPr indent="0" lvl="0" marL="457200" rtl="0" algn="l">
              <a:spcBef>
                <a:spcPts val="840"/>
              </a:spcBef>
              <a:spcAft>
                <a:spcPts val="0"/>
              </a:spcAft>
              <a:buClr>
                <a:srgbClr val="000000"/>
              </a:buClr>
              <a:buSzPts val="1400"/>
              <a:buFont typeface="Arial"/>
              <a:buNone/>
            </a:pPr>
            <a:r>
              <a:t/>
            </a:r>
            <a:endParaRPr/>
          </a:p>
          <a:p>
            <a:pPr indent="0" lvl="0" marL="457200" rtl="0" algn="l">
              <a:spcBef>
                <a:spcPts val="840"/>
              </a:spcBef>
              <a:spcAft>
                <a:spcPts val="0"/>
              </a:spcAft>
              <a:buClr>
                <a:srgbClr val="000000"/>
              </a:buClr>
              <a:buSzPts val="1400"/>
              <a:buFont typeface="Arial"/>
              <a:buNone/>
            </a:pPr>
            <a:r>
              <a:t/>
            </a:r>
            <a:endParaRPr/>
          </a:p>
          <a:p>
            <a:pPr indent="0" lvl="0" marL="457200" marR="0" rtl="0" algn="l">
              <a:lnSpc>
                <a:spcPct val="100000"/>
              </a:lnSpc>
              <a:spcBef>
                <a:spcPts val="840"/>
              </a:spcBef>
              <a:spcAft>
                <a:spcPts val="0"/>
              </a:spcAft>
              <a:buClr>
                <a:srgbClr val="000000"/>
              </a:buClr>
              <a:buSzPts val="1400"/>
              <a:buFont typeface="Arial"/>
              <a:buNone/>
            </a:pPr>
            <a:r>
              <a:t/>
            </a:r>
            <a:endParaRPr/>
          </a:p>
        </p:txBody>
      </p:sp>
      <p:sp>
        <p:nvSpPr>
          <p:cNvPr id="586" name="Google Shape;586;p72"/>
          <p:cNvSpPr txBox="1"/>
          <p:nvPr/>
        </p:nvSpPr>
        <p:spPr>
          <a:xfrm>
            <a:off x="636600" y="1868349"/>
            <a:ext cx="8576700" cy="742200"/>
          </a:xfrm>
          <a:prstGeom prst="rect">
            <a:avLst/>
          </a:prstGeom>
          <a:noFill/>
          <a:ln>
            <a:noFill/>
          </a:ln>
        </p:spPr>
        <p:txBody>
          <a:bodyPr anchorCtr="0" anchor="ctr" bIns="45700" lIns="91425" spcFirstLastPara="1" rIns="91425" wrap="square" tIns="45700">
            <a:normAutofit/>
          </a:bodyPr>
          <a:lstStyle/>
          <a:p>
            <a:pPr indent="-355600" lvl="0" marL="457200" marR="0" rtl="0" algn="just">
              <a:lnSpc>
                <a:spcPct val="107000"/>
              </a:lnSpc>
              <a:spcBef>
                <a:spcPts val="0"/>
              </a:spcBef>
              <a:spcAft>
                <a:spcPts val="0"/>
              </a:spcAft>
              <a:buClr>
                <a:srgbClr val="3D3D3D"/>
              </a:buClr>
              <a:buSzPts val="2000"/>
              <a:buFont typeface="Cambria"/>
              <a:buChar char="∙"/>
            </a:pPr>
            <a:r>
              <a:rPr b="1" lang="es-ES" sz="1800">
                <a:solidFill>
                  <a:srgbClr val="3D3D3D"/>
                </a:solidFill>
                <a:latin typeface="Cambria"/>
                <a:ea typeface="Cambria"/>
                <a:cs typeface="Cambria"/>
                <a:sym typeface="Cambria"/>
              </a:rPr>
              <a:t>Vista login</a:t>
            </a:r>
            <a:endParaRPr b="0" i="0" sz="2000" u="none" cap="none" strike="noStrike">
              <a:solidFill>
                <a:srgbClr val="3D3D3D"/>
              </a:solidFill>
              <a:latin typeface="Cambria"/>
              <a:ea typeface="Cambria"/>
              <a:cs typeface="Cambria"/>
              <a:sym typeface="Cambria"/>
            </a:endParaRPr>
          </a:p>
        </p:txBody>
      </p:sp>
      <p:pic>
        <p:nvPicPr>
          <p:cNvPr id="587" name="Google Shape;587;p72"/>
          <p:cNvPicPr preferRelativeResize="0"/>
          <p:nvPr/>
        </p:nvPicPr>
        <p:blipFill>
          <a:blip r:embed="rId3">
            <a:alphaModFix/>
          </a:blip>
          <a:stretch>
            <a:fillRect/>
          </a:stretch>
        </p:blipFill>
        <p:spPr>
          <a:xfrm>
            <a:off x="2176450" y="2610550"/>
            <a:ext cx="5734050" cy="3495675"/>
          </a:xfrm>
          <a:prstGeom prst="rect">
            <a:avLst/>
          </a:prstGeom>
          <a:noFill/>
          <a:ln>
            <a:noFill/>
          </a:ln>
        </p:spPr>
      </p:pic>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1" name="Shape 591"/>
        <p:cNvGrpSpPr/>
        <p:nvPr/>
      </p:nvGrpSpPr>
      <p:grpSpPr>
        <a:xfrm>
          <a:off x="0" y="0"/>
          <a:ext cx="0" cy="0"/>
          <a:chOff x="0" y="0"/>
          <a:chExt cx="0" cy="0"/>
        </a:xfrm>
      </p:grpSpPr>
      <p:sp>
        <p:nvSpPr>
          <p:cNvPr id="592" name="Google Shape;592;p73"/>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593" name="Google Shape;593;p73"/>
          <p:cNvSpPr/>
          <p:nvPr/>
        </p:nvSpPr>
        <p:spPr>
          <a:xfrm>
            <a:off x="9383697" y="14347"/>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400"/>
              <a:buFont typeface="Arial"/>
              <a:buNone/>
            </a:pPr>
            <a:r>
              <a:t/>
            </a:r>
            <a:endParaRPr/>
          </a:p>
          <a:p>
            <a:pPr indent="-306000" lvl="0" marL="3060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DESARROLLO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SERVIDOR RESTful</a:t>
            </a:r>
            <a:endParaRPr>
              <a:solidFill>
                <a:schemeClr val="lt1"/>
              </a:solidFill>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12096" lvl="1" marL="763200" rtl="0" algn="l">
              <a:spcBef>
                <a:spcPts val="840"/>
              </a:spcBef>
              <a:spcAft>
                <a:spcPts val="0"/>
              </a:spcAft>
              <a:buClr>
                <a:schemeClr val="accent2"/>
              </a:buClr>
              <a:buSzPts val="1200"/>
              <a:buFont typeface="Gill Sans"/>
              <a:buChar char="◼"/>
            </a:pPr>
            <a:r>
              <a:rPr b="1" lang="es-ES" sz="1200">
                <a:solidFill>
                  <a:schemeClr val="lt1"/>
                </a:solidFill>
                <a:latin typeface="Gill Sans"/>
                <a:ea typeface="Gill Sans"/>
                <a:cs typeface="Gill Sans"/>
                <a:sym typeface="Gill Sans"/>
              </a:rPr>
              <a:t>CREACIÓN DEL PROYECTO MAUI</a:t>
            </a:r>
            <a:endParaRPr b="1" sz="1200">
              <a:solidFill>
                <a:schemeClr val="lt1"/>
              </a:solidFill>
              <a:latin typeface="Gill Sans"/>
              <a:ea typeface="Gill Sans"/>
              <a:cs typeface="Gill Sans"/>
              <a:sym typeface="Gill Sans"/>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solidFill>
                <a:schemeClr val="lt1"/>
              </a:solidFill>
            </a:endParaRPr>
          </a:p>
          <a:p>
            <a:pPr indent="-306000" lvl="1" marL="763200" rtl="0" algn="l">
              <a:spcBef>
                <a:spcPts val="840"/>
              </a:spcBef>
              <a:spcAft>
                <a:spcPts val="0"/>
              </a:spcAft>
              <a:buClr>
                <a:srgbClr val="FFFF00"/>
              </a:buClr>
              <a:buSzPts val="1104"/>
              <a:buFont typeface="Noto Sans Symbols"/>
              <a:buChar char="◼"/>
            </a:pPr>
            <a:r>
              <a:rPr b="1" lang="es-ES" sz="1200">
                <a:solidFill>
                  <a:srgbClr val="FFFF00"/>
                </a:solidFill>
                <a:latin typeface="Gill Sans"/>
                <a:ea typeface="Gill Sans"/>
                <a:cs typeface="Gill Sans"/>
                <a:sym typeface="Gill Sans"/>
              </a:rPr>
              <a:t>CREACIÓN DEL PROYECTO – CLIENTE WEB</a:t>
            </a:r>
            <a:endParaRPr>
              <a:solidFill>
                <a:srgbClr val="FFFF00"/>
              </a:solidFill>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MOVIL</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CONCLUSIONES</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RECOMENDACIONES</a:t>
            </a:r>
            <a:endParaRPr/>
          </a:p>
          <a:p>
            <a:pPr indent="0" lvl="0" marL="457200" rtl="0" algn="l">
              <a:spcBef>
                <a:spcPts val="840"/>
              </a:spcBef>
              <a:spcAft>
                <a:spcPts val="0"/>
              </a:spcAft>
              <a:buClr>
                <a:srgbClr val="000000"/>
              </a:buClr>
              <a:buSzPts val="1400"/>
              <a:buFont typeface="Arial"/>
              <a:buNone/>
            </a:pPr>
            <a:r>
              <a:t/>
            </a:r>
            <a:endParaRPr/>
          </a:p>
          <a:p>
            <a:pPr indent="0" lvl="0" marL="457200" rtl="0" algn="l">
              <a:spcBef>
                <a:spcPts val="840"/>
              </a:spcBef>
              <a:spcAft>
                <a:spcPts val="0"/>
              </a:spcAft>
              <a:buClr>
                <a:srgbClr val="000000"/>
              </a:buClr>
              <a:buSzPts val="1400"/>
              <a:buFont typeface="Arial"/>
              <a:buNone/>
            </a:pPr>
            <a:r>
              <a:t/>
            </a:r>
            <a:endParaRPr/>
          </a:p>
          <a:p>
            <a:pPr indent="0" lvl="0" marL="457200" marR="0" rtl="0" algn="l">
              <a:lnSpc>
                <a:spcPct val="100000"/>
              </a:lnSpc>
              <a:spcBef>
                <a:spcPts val="840"/>
              </a:spcBef>
              <a:spcAft>
                <a:spcPts val="0"/>
              </a:spcAft>
              <a:buClr>
                <a:srgbClr val="000000"/>
              </a:buClr>
              <a:buSzPts val="1400"/>
              <a:buFont typeface="Arial"/>
              <a:buNone/>
            </a:pPr>
            <a:r>
              <a:t/>
            </a:r>
            <a:endParaRPr/>
          </a:p>
        </p:txBody>
      </p:sp>
      <p:sp>
        <p:nvSpPr>
          <p:cNvPr id="594" name="Google Shape;594;p73"/>
          <p:cNvSpPr txBox="1"/>
          <p:nvPr>
            <p:ph idx="1" type="body"/>
          </p:nvPr>
        </p:nvSpPr>
        <p:spPr>
          <a:xfrm>
            <a:off x="581200" y="1902979"/>
            <a:ext cx="8589300" cy="1170900"/>
          </a:xfrm>
          <a:prstGeom prst="rect">
            <a:avLst/>
          </a:prstGeom>
          <a:noFill/>
          <a:ln>
            <a:noFill/>
          </a:ln>
        </p:spPr>
        <p:txBody>
          <a:bodyPr anchorCtr="0" anchor="ctr" bIns="45700" lIns="91425" spcFirstLastPara="1" rIns="91425" wrap="square" tIns="45700">
            <a:normAutofit/>
          </a:bodyPr>
          <a:lstStyle/>
          <a:p>
            <a:pPr indent="-333753" lvl="0" marL="457200" rtl="0" algn="just">
              <a:lnSpc>
                <a:spcPct val="107000"/>
              </a:lnSpc>
              <a:spcBef>
                <a:spcPts val="0"/>
              </a:spcBef>
              <a:spcAft>
                <a:spcPts val="0"/>
              </a:spcAft>
              <a:buSzPts val="1656"/>
              <a:buChar char="●"/>
            </a:pPr>
            <a:r>
              <a:rPr lang="es-ES" sz="1564">
                <a:latin typeface="Cambria"/>
                <a:ea typeface="Cambria"/>
                <a:cs typeface="Cambria"/>
                <a:sym typeface="Cambria"/>
              </a:rPr>
              <a:t>Para el cliente web se debe crear la instancia que llame al codigo que esta en el proyecto .shared, por lo que el codigo se ve asi:</a:t>
            </a:r>
            <a:endParaRPr>
              <a:latin typeface="Cambria"/>
              <a:ea typeface="Cambria"/>
              <a:cs typeface="Cambria"/>
              <a:sym typeface="Cambria"/>
            </a:endParaRPr>
          </a:p>
        </p:txBody>
      </p:sp>
      <p:sp>
        <p:nvSpPr>
          <p:cNvPr id="595" name="Google Shape;595;p73"/>
          <p:cNvSpPr txBox="1"/>
          <p:nvPr>
            <p:ph idx="1" type="body"/>
          </p:nvPr>
        </p:nvSpPr>
        <p:spPr>
          <a:xfrm>
            <a:off x="122575" y="2429475"/>
            <a:ext cx="1643700" cy="3877800"/>
          </a:xfrm>
          <a:prstGeom prst="rect">
            <a:avLst/>
          </a:prstGeom>
          <a:noFill/>
          <a:ln>
            <a:noFill/>
          </a:ln>
        </p:spPr>
        <p:txBody>
          <a:bodyPr anchorCtr="0" anchor="ctr" bIns="45700" lIns="91425" spcFirstLastPara="1" rIns="91425" wrap="square" tIns="45700">
            <a:normAutofit/>
          </a:bodyPr>
          <a:lstStyle/>
          <a:p>
            <a:pPr indent="-327406" lvl="0" marL="457200" rtl="0" algn="l">
              <a:lnSpc>
                <a:spcPct val="150000"/>
              </a:lnSpc>
              <a:spcBef>
                <a:spcPts val="0"/>
              </a:spcBef>
              <a:spcAft>
                <a:spcPts val="0"/>
              </a:spcAft>
              <a:buSzPts val="1556"/>
              <a:buChar char="∙"/>
            </a:pPr>
            <a:r>
              <a:rPr lang="es-ES" sz="1100">
                <a:solidFill>
                  <a:schemeClr val="dk1"/>
                </a:solidFill>
                <a:latin typeface="Calibri"/>
                <a:ea typeface="Calibri"/>
                <a:cs typeface="Calibri"/>
                <a:sym typeface="Calibri"/>
              </a:rPr>
              <a:t>A continuación se detallarán las clases principales con su código fuente.</a:t>
            </a:r>
            <a:endParaRPr sz="1100">
              <a:solidFill>
                <a:schemeClr val="dk1"/>
              </a:solidFill>
              <a:latin typeface="Calibri"/>
              <a:ea typeface="Calibri"/>
              <a:cs typeface="Calibri"/>
              <a:sym typeface="Calibri"/>
            </a:endParaRPr>
          </a:p>
          <a:p>
            <a:pPr indent="-304800" lvl="0" marL="457200" rtl="0" algn="just">
              <a:lnSpc>
                <a:spcPct val="107000"/>
              </a:lnSpc>
              <a:spcBef>
                <a:spcPts val="0"/>
              </a:spcBef>
              <a:spcAft>
                <a:spcPts val="0"/>
              </a:spcAft>
              <a:buSzPts val="1200"/>
              <a:buFont typeface="Cambria"/>
              <a:buChar char="∙"/>
            </a:pPr>
            <a:r>
              <a:t/>
            </a:r>
            <a:endParaRPr sz="1200">
              <a:latin typeface="Cambria"/>
              <a:ea typeface="Cambria"/>
              <a:cs typeface="Cambria"/>
              <a:sym typeface="Cambria"/>
            </a:endParaRPr>
          </a:p>
        </p:txBody>
      </p:sp>
      <p:graphicFrame>
        <p:nvGraphicFramePr>
          <p:cNvPr id="596" name="Google Shape;596;p73"/>
          <p:cNvGraphicFramePr/>
          <p:nvPr/>
        </p:nvGraphicFramePr>
        <p:xfrm>
          <a:off x="2332838" y="3073863"/>
          <a:ext cx="3000000" cy="3000000"/>
        </p:xfrm>
        <a:graphic>
          <a:graphicData uri="http://schemas.openxmlformats.org/drawingml/2006/table">
            <a:tbl>
              <a:tblPr>
                <a:noFill/>
                <a:tableStyleId>{BF136021-7255-42B7-A7E7-87A8D8FFE9CA}</a:tableStyleId>
              </a:tblPr>
              <a:tblGrid>
                <a:gridCol w="6484300"/>
              </a:tblGrid>
              <a:tr h="3453000">
                <a:tc>
                  <a:txBody>
                    <a:bodyPr/>
                    <a:lstStyle/>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using SistemaConversorUI.Web.Client.Pages;</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using ec.edu.monster.Components;</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var builder = WebApplication.CreateBuilder(args);</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builder.Services.AddAntiforgery();</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1. Servicios base de Blazor y Seguridad</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builder.Services.AddRazorComponents()</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.AddInteractiveServerComponents();</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builder.Services.AddAntiforgery();</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builder.Services.AddHttpClient();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2. SERVICIOS CORE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builder.Services.AddScoped&lt;ec.edu.monster.Servicios.EstadoAplicacion&gt;();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builder.Services.AddScoped&lt;ec.edu.monster.Servicios.FabricaEstrategiaBackend&gt;();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t/>
                      </a:r>
                      <a:endParaRPr sz="900">
                        <a:solidFill>
                          <a:srgbClr val="4F81BD"/>
                        </a:solidFill>
                        <a:latin typeface="Calibri"/>
                        <a:ea typeface="Calibri"/>
                        <a:cs typeface="Calibri"/>
                        <a:sym typeface="Calibri"/>
                      </a:endParaRPr>
                    </a:p>
                  </a:txBody>
                  <a:tcPr marT="63500" marB="63500" marR="63500" marL="63500"/>
                </a:tc>
              </a:tr>
            </a:tbl>
          </a:graphicData>
        </a:graphic>
      </p:graphicFrame>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0" name="Shape 600"/>
        <p:cNvGrpSpPr/>
        <p:nvPr/>
      </p:nvGrpSpPr>
      <p:grpSpPr>
        <a:xfrm>
          <a:off x="0" y="0"/>
          <a:ext cx="0" cy="0"/>
          <a:chOff x="0" y="0"/>
          <a:chExt cx="0" cy="0"/>
        </a:xfrm>
      </p:grpSpPr>
      <p:sp>
        <p:nvSpPr>
          <p:cNvPr id="601" name="Google Shape;601;p74"/>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602" name="Google Shape;602;p74"/>
          <p:cNvSpPr/>
          <p:nvPr/>
        </p:nvSpPr>
        <p:spPr>
          <a:xfrm>
            <a:off x="9383697" y="14347"/>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400"/>
              <a:buFont typeface="Arial"/>
              <a:buNone/>
            </a:pPr>
            <a:r>
              <a:t/>
            </a:r>
            <a:endParaRPr/>
          </a:p>
          <a:p>
            <a:pPr indent="-306000" lvl="0" marL="3060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DESARROLLO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SERVIDOR RESTful</a:t>
            </a:r>
            <a:endParaRPr>
              <a:solidFill>
                <a:schemeClr val="lt1"/>
              </a:solidFill>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12096" lvl="1" marL="763200" rtl="0" algn="l">
              <a:spcBef>
                <a:spcPts val="840"/>
              </a:spcBef>
              <a:spcAft>
                <a:spcPts val="0"/>
              </a:spcAft>
              <a:buClr>
                <a:schemeClr val="accent2"/>
              </a:buClr>
              <a:buSzPts val="1200"/>
              <a:buFont typeface="Gill Sans"/>
              <a:buChar char="◼"/>
            </a:pPr>
            <a:r>
              <a:rPr b="1" lang="es-ES" sz="1200">
                <a:solidFill>
                  <a:schemeClr val="lt1"/>
                </a:solidFill>
                <a:latin typeface="Gill Sans"/>
                <a:ea typeface="Gill Sans"/>
                <a:cs typeface="Gill Sans"/>
                <a:sym typeface="Gill Sans"/>
              </a:rPr>
              <a:t>CREACIÓN DEL PROYECTO MAUI</a:t>
            </a:r>
            <a:endParaRPr b="1" sz="1200">
              <a:solidFill>
                <a:schemeClr val="lt1"/>
              </a:solidFill>
              <a:latin typeface="Gill Sans"/>
              <a:ea typeface="Gill Sans"/>
              <a:cs typeface="Gill Sans"/>
              <a:sym typeface="Gill Sans"/>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solidFill>
                <a:schemeClr val="lt1"/>
              </a:solidFill>
            </a:endParaRPr>
          </a:p>
          <a:p>
            <a:pPr indent="-306000" lvl="1" marL="763200" rtl="0" algn="l">
              <a:spcBef>
                <a:spcPts val="840"/>
              </a:spcBef>
              <a:spcAft>
                <a:spcPts val="0"/>
              </a:spcAft>
              <a:buClr>
                <a:srgbClr val="FFFF00"/>
              </a:buClr>
              <a:buSzPts val="1104"/>
              <a:buFont typeface="Noto Sans Symbols"/>
              <a:buChar char="◼"/>
            </a:pPr>
            <a:r>
              <a:rPr b="1" lang="es-ES" sz="1200">
                <a:solidFill>
                  <a:srgbClr val="FFFF00"/>
                </a:solidFill>
                <a:latin typeface="Gill Sans"/>
                <a:ea typeface="Gill Sans"/>
                <a:cs typeface="Gill Sans"/>
                <a:sym typeface="Gill Sans"/>
              </a:rPr>
              <a:t>CREACIÓN DEL PROYECTO – CLIENTE WEB</a:t>
            </a:r>
            <a:endParaRPr>
              <a:solidFill>
                <a:srgbClr val="FFFF00"/>
              </a:solidFill>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MOVIL</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CONCLUSIONES</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RECOMENDACIONES</a:t>
            </a:r>
            <a:endParaRPr/>
          </a:p>
          <a:p>
            <a:pPr indent="0" lvl="0" marL="457200" rtl="0" algn="l">
              <a:spcBef>
                <a:spcPts val="840"/>
              </a:spcBef>
              <a:spcAft>
                <a:spcPts val="0"/>
              </a:spcAft>
              <a:buClr>
                <a:srgbClr val="000000"/>
              </a:buClr>
              <a:buSzPts val="1400"/>
              <a:buFont typeface="Arial"/>
              <a:buNone/>
            </a:pPr>
            <a:r>
              <a:t/>
            </a:r>
            <a:endParaRPr/>
          </a:p>
          <a:p>
            <a:pPr indent="0" lvl="0" marL="457200" rtl="0" algn="l">
              <a:spcBef>
                <a:spcPts val="840"/>
              </a:spcBef>
              <a:spcAft>
                <a:spcPts val="0"/>
              </a:spcAft>
              <a:buClr>
                <a:srgbClr val="000000"/>
              </a:buClr>
              <a:buSzPts val="1400"/>
              <a:buFont typeface="Arial"/>
              <a:buNone/>
            </a:pPr>
            <a:r>
              <a:t/>
            </a:r>
            <a:endParaRPr/>
          </a:p>
          <a:p>
            <a:pPr indent="0" lvl="0" marL="457200" marR="0" rtl="0" algn="l">
              <a:lnSpc>
                <a:spcPct val="100000"/>
              </a:lnSpc>
              <a:spcBef>
                <a:spcPts val="840"/>
              </a:spcBef>
              <a:spcAft>
                <a:spcPts val="0"/>
              </a:spcAft>
              <a:buClr>
                <a:srgbClr val="000000"/>
              </a:buClr>
              <a:buSzPts val="1400"/>
              <a:buFont typeface="Arial"/>
              <a:buNone/>
            </a:pPr>
            <a:r>
              <a:t/>
            </a:r>
            <a:endParaRPr/>
          </a:p>
        </p:txBody>
      </p:sp>
      <p:sp>
        <p:nvSpPr>
          <p:cNvPr id="603" name="Google Shape;603;p74"/>
          <p:cNvSpPr txBox="1"/>
          <p:nvPr>
            <p:ph idx="1" type="body"/>
          </p:nvPr>
        </p:nvSpPr>
        <p:spPr>
          <a:xfrm>
            <a:off x="122575" y="2429475"/>
            <a:ext cx="1643700" cy="3877800"/>
          </a:xfrm>
          <a:prstGeom prst="rect">
            <a:avLst/>
          </a:prstGeom>
          <a:noFill/>
          <a:ln>
            <a:noFill/>
          </a:ln>
        </p:spPr>
        <p:txBody>
          <a:bodyPr anchorCtr="0" anchor="ctr" bIns="45700" lIns="91425" spcFirstLastPara="1" rIns="91425" wrap="square" tIns="45700">
            <a:normAutofit/>
          </a:bodyPr>
          <a:lstStyle/>
          <a:p>
            <a:pPr indent="-327406" lvl="0" marL="457200" rtl="0" algn="l">
              <a:lnSpc>
                <a:spcPct val="150000"/>
              </a:lnSpc>
              <a:spcBef>
                <a:spcPts val="0"/>
              </a:spcBef>
              <a:spcAft>
                <a:spcPts val="0"/>
              </a:spcAft>
              <a:buSzPts val="1556"/>
              <a:buChar char="∙"/>
            </a:pPr>
            <a:r>
              <a:rPr lang="es-ES" sz="1100">
                <a:solidFill>
                  <a:schemeClr val="dk1"/>
                </a:solidFill>
                <a:latin typeface="Calibri"/>
                <a:ea typeface="Calibri"/>
                <a:cs typeface="Calibri"/>
                <a:sym typeface="Calibri"/>
              </a:rPr>
              <a:t>A continuación se detallarán las clases principales con su código fuente.</a:t>
            </a:r>
            <a:endParaRPr sz="1100">
              <a:solidFill>
                <a:schemeClr val="dk1"/>
              </a:solidFill>
              <a:latin typeface="Calibri"/>
              <a:ea typeface="Calibri"/>
              <a:cs typeface="Calibri"/>
              <a:sym typeface="Calibri"/>
            </a:endParaRPr>
          </a:p>
          <a:p>
            <a:pPr indent="-304800" lvl="0" marL="457200" rtl="0" algn="just">
              <a:lnSpc>
                <a:spcPct val="107000"/>
              </a:lnSpc>
              <a:spcBef>
                <a:spcPts val="0"/>
              </a:spcBef>
              <a:spcAft>
                <a:spcPts val="0"/>
              </a:spcAft>
              <a:buSzPts val="1200"/>
              <a:buFont typeface="Cambria"/>
              <a:buChar char="∙"/>
            </a:pPr>
            <a:r>
              <a:t/>
            </a:r>
            <a:endParaRPr sz="1200">
              <a:latin typeface="Cambria"/>
              <a:ea typeface="Cambria"/>
              <a:cs typeface="Cambria"/>
              <a:sym typeface="Cambria"/>
            </a:endParaRPr>
          </a:p>
        </p:txBody>
      </p:sp>
      <p:graphicFrame>
        <p:nvGraphicFramePr>
          <p:cNvPr id="604" name="Google Shape;604;p74"/>
          <p:cNvGraphicFramePr/>
          <p:nvPr/>
        </p:nvGraphicFramePr>
        <p:xfrm>
          <a:off x="2332838" y="2061838"/>
          <a:ext cx="3000000" cy="3000000"/>
        </p:xfrm>
        <a:graphic>
          <a:graphicData uri="http://schemas.openxmlformats.org/drawingml/2006/table">
            <a:tbl>
              <a:tblPr>
                <a:noFill/>
                <a:tableStyleId>{BF136021-7255-42B7-A7E7-87A8D8FFE9CA}</a:tableStyleId>
              </a:tblPr>
              <a:tblGrid>
                <a:gridCol w="6484300"/>
              </a:tblGrid>
              <a:tr h="4465025">
                <a:tc>
                  <a:txBody>
                    <a:bodyPr/>
                    <a:lstStyle/>
                    <a:p>
                      <a:pPr indent="0" lvl="0" marL="0" rtl="0" algn="l">
                        <a:lnSpc>
                          <a:spcPct val="120000"/>
                        </a:lnSpc>
                        <a:spcBef>
                          <a:spcPts val="0"/>
                        </a:spcBef>
                        <a:spcAft>
                          <a:spcPts val="0"/>
                        </a:spcAft>
                        <a:buNone/>
                      </a:pPr>
                      <a:r>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3. ADAPTADORES DE AUTENTICACIÓN</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El Real (Java SOAP):</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builder.Services.AddScoped&lt;ec.edu.monster.Interfaces.IAdaptadorAutenticacion, ec.edu.monster.Adaptadores.AdaptadorAutenticacionJavaSoap&gt;();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El Real (.NET SOAP):</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builder.Services.AddScoped&lt;ec.edu.monster.Interfaces.IAdaptadorAutenticacion, ec.edu.monster.Adaptadores.AdaptadorAutenticacionDotNetSoap&gt;();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builder.Services.AddScoped&lt;ec.edu.monster.Interfaces.IAdaptadorAutenticacion, ec.edu.monster.Adaptadores.AdaptadorAutenticacionDotNetRest&gt;();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Los Mocks (Para los demás):</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builder.Services.AddScoped&lt;ec.edu.monster.Interfaces.IAdaptadorAutenticacion, ec.edu.monster.Adaptadores.AdaptadorAutenticacionJavaRest&gt;();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4. ADAPTADORES DE CONVERSIÓN</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El Real (Java SOAP):</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builder.Services.AddScoped&lt;ec.edu.monster.Interfaces.IAdaptadorConversion, ec.edu.monster.Adaptadores.AdaptadorConversionJavaSoap&gt;();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El Real (.NET SOAP):</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builder.Services.AddScoped&lt;ec.edu.monster.Interfaces.IAdaptadorConversion, ec.edu.monster.Adaptadores.AdaptadorConversionDotNetSoap&gt;();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t/>
                      </a:r>
                      <a:endParaRPr sz="900">
                        <a:solidFill>
                          <a:srgbClr val="4F81BD"/>
                        </a:solidFill>
                        <a:latin typeface="Calibri"/>
                        <a:ea typeface="Calibri"/>
                        <a:cs typeface="Calibri"/>
                        <a:sym typeface="Calibri"/>
                      </a:endParaRPr>
                    </a:p>
                  </a:txBody>
                  <a:tcPr marT="63500" marB="63500" marR="63500" marL="63500"/>
                </a:tc>
              </a:tr>
            </a:tbl>
          </a:graphicData>
        </a:graphic>
      </p:graphicFrame>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8" name="Shape 608"/>
        <p:cNvGrpSpPr/>
        <p:nvPr/>
      </p:nvGrpSpPr>
      <p:grpSpPr>
        <a:xfrm>
          <a:off x="0" y="0"/>
          <a:ext cx="0" cy="0"/>
          <a:chOff x="0" y="0"/>
          <a:chExt cx="0" cy="0"/>
        </a:xfrm>
      </p:grpSpPr>
      <p:sp>
        <p:nvSpPr>
          <p:cNvPr id="609" name="Google Shape;609;p75"/>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610" name="Google Shape;610;p75"/>
          <p:cNvSpPr/>
          <p:nvPr/>
        </p:nvSpPr>
        <p:spPr>
          <a:xfrm>
            <a:off x="9383697" y="14347"/>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400"/>
              <a:buFont typeface="Arial"/>
              <a:buNone/>
            </a:pPr>
            <a:r>
              <a:t/>
            </a:r>
            <a:endParaRPr/>
          </a:p>
          <a:p>
            <a:pPr indent="-306000" lvl="0" marL="3060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DESARROLLO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SERVIDOR RESTful</a:t>
            </a:r>
            <a:endParaRPr>
              <a:solidFill>
                <a:schemeClr val="lt1"/>
              </a:solidFill>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12096" lvl="1" marL="763200" rtl="0" algn="l">
              <a:spcBef>
                <a:spcPts val="840"/>
              </a:spcBef>
              <a:spcAft>
                <a:spcPts val="0"/>
              </a:spcAft>
              <a:buClr>
                <a:schemeClr val="accent2"/>
              </a:buClr>
              <a:buSzPts val="1200"/>
              <a:buFont typeface="Gill Sans"/>
              <a:buChar char="◼"/>
            </a:pPr>
            <a:r>
              <a:rPr b="1" lang="es-ES" sz="1200">
                <a:solidFill>
                  <a:schemeClr val="lt1"/>
                </a:solidFill>
                <a:latin typeface="Gill Sans"/>
                <a:ea typeface="Gill Sans"/>
                <a:cs typeface="Gill Sans"/>
                <a:sym typeface="Gill Sans"/>
              </a:rPr>
              <a:t>CREACIÓN DEL PROYECTO MAUI</a:t>
            </a:r>
            <a:endParaRPr b="1" sz="1200">
              <a:solidFill>
                <a:schemeClr val="lt1"/>
              </a:solidFill>
              <a:latin typeface="Gill Sans"/>
              <a:ea typeface="Gill Sans"/>
              <a:cs typeface="Gill Sans"/>
              <a:sym typeface="Gill Sans"/>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solidFill>
                <a:schemeClr val="lt1"/>
              </a:solidFill>
            </a:endParaRPr>
          </a:p>
          <a:p>
            <a:pPr indent="-306000" lvl="1" marL="763200" rtl="0" algn="l">
              <a:spcBef>
                <a:spcPts val="840"/>
              </a:spcBef>
              <a:spcAft>
                <a:spcPts val="0"/>
              </a:spcAft>
              <a:buClr>
                <a:srgbClr val="FFFF00"/>
              </a:buClr>
              <a:buSzPts val="1104"/>
              <a:buFont typeface="Noto Sans Symbols"/>
              <a:buChar char="◼"/>
            </a:pPr>
            <a:r>
              <a:rPr b="1" lang="es-ES" sz="1200">
                <a:solidFill>
                  <a:srgbClr val="FFFF00"/>
                </a:solidFill>
                <a:latin typeface="Gill Sans"/>
                <a:ea typeface="Gill Sans"/>
                <a:cs typeface="Gill Sans"/>
                <a:sym typeface="Gill Sans"/>
              </a:rPr>
              <a:t>CREACIÓN DEL PROYECTO – CLIENTE WEB</a:t>
            </a:r>
            <a:endParaRPr>
              <a:solidFill>
                <a:srgbClr val="FFFF00"/>
              </a:solidFill>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MOVIL</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CONCLUSIONES</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RECOMENDACIONES</a:t>
            </a:r>
            <a:endParaRPr/>
          </a:p>
          <a:p>
            <a:pPr indent="0" lvl="0" marL="457200" rtl="0" algn="l">
              <a:spcBef>
                <a:spcPts val="840"/>
              </a:spcBef>
              <a:spcAft>
                <a:spcPts val="0"/>
              </a:spcAft>
              <a:buClr>
                <a:srgbClr val="000000"/>
              </a:buClr>
              <a:buSzPts val="1400"/>
              <a:buFont typeface="Arial"/>
              <a:buNone/>
            </a:pPr>
            <a:r>
              <a:t/>
            </a:r>
            <a:endParaRPr/>
          </a:p>
          <a:p>
            <a:pPr indent="0" lvl="0" marL="457200" rtl="0" algn="l">
              <a:spcBef>
                <a:spcPts val="840"/>
              </a:spcBef>
              <a:spcAft>
                <a:spcPts val="0"/>
              </a:spcAft>
              <a:buClr>
                <a:srgbClr val="000000"/>
              </a:buClr>
              <a:buSzPts val="1400"/>
              <a:buFont typeface="Arial"/>
              <a:buNone/>
            </a:pPr>
            <a:r>
              <a:t/>
            </a:r>
            <a:endParaRPr/>
          </a:p>
          <a:p>
            <a:pPr indent="0" lvl="0" marL="457200" marR="0" rtl="0" algn="l">
              <a:lnSpc>
                <a:spcPct val="100000"/>
              </a:lnSpc>
              <a:spcBef>
                <a:spcPts val="840"/>
              </a:spcBef>
              <a:spcAft>
                <a:spcPts val="0"/>
              </a:spcAft>
              <a:buClr>
                <a:srgbClr val="000000"/>
              </a:buClr>
              <a:buSzPts val="1400"/>
              <a:buFont typeface="Arial"/>
              <a:buNone/>
            </a:pPr>
            <a:r>
              <a:t/>
            </a:r>
            <a:endParaRPr/>
          </a:p>
        </p:txBody>
      </p:sp>
      <p:sp>
        <p:nvSpPr>
          <p:cNvPr id="611" name="Google Shape;611;p75"/>
          <p:cNvSpPr txBox="1"/>
          <p:nvPr>
            <p:ph idx="1" type="body"/>
          </p:nvPr>
        </p:nvSpPr>
        <p:spPr>
          <a:xfrm>
            <a:off x="122575" y="2429475"/>
            <a:ext cx="1643700" cy="3877800"/>
          </a:xfrm>
          <a:prstGeom prst="rect">
            <a:avLst/>
          </a:prstGeom>
          <a:noFill/>
          <a:ln>
            <a:noFill/>
          </a:ln>
        </p:spPr>
        <p:txBody>
          <a:bodyPr anchorCtr="0" anchor="ctr" bIns="45700" lIns="91425" spcFirstLastPara="1" rIns="91425" wrap="square" tIns="45700">
            <a:normAutofit/>
          </a:bodyPr>
          <a:lstStyle/>
          <a:p>
            <a:pPr indent="-327406" lvl="0" marL="457200" rtl="0" algn="l">
              <a:lnSpc>
                <a:spcPct val="150000"/>
              </a:lnSpc>
              <a:spcBef>
                <a:spcPts val="0"/>
              </a:spcBef>
              <a:spcAft>
                <a:spcPts val="0"/>
              </a:spcAft>
              <a:buSzPts val="1556"/>
              <a:buChar char="∙"/>
            </a:pPr>
            <a:r>
              <a:rPr lang="es-ES" sz="1100">
                <a:solidFill>
                  <a:schemeClr val="dk1"/>
                </a:solidFill>
                <a:latin typeface="Calibri"/>
                <a:ea typeface="Calibri"/>
                <a:cs typeface="Calibri"/>
                <a:sym typeface="Calibri"/>
              </a:rPr>
              <a:t>A continuación se detallarán las clases principales con su código fuente.</a:t>
            </a:r>
            <a:endParaRPr sz="1100">
              <a:solidFill>
                <a:schemeClr val="dk1"/>
              </a:solidFill>
              <a:latin typeface="Calibri"/>
              <a:ea typeface="Calibri"/>
              <a:cs typeface="Calibri"/>
              <a:sym typeface="Calibri"/>
            </a:endParaRPr>
          </a:p>
          <a:p>
            <a:pPr indent="-304800" lvl="0" marL="457200" rtl="0" algn="just">
              <a:lnSpc>
                <a:spcPct val="107000"/>
              </a:lnSpc>
              <a:spcBef>
                <a:spcPts val="0"/>
              </a:spcBef>
              <a:spcAft>
                <a:spcPts val="0"/>
              </a:spcAft>
              <a:buSzPts val="1200"/>
              <a:buFont typeface="Cambria"/>
              <a:buChar char="∙"/>
            </a:pPr>
            <a:r>
              <a:t/>
            </a:r>
            <a:endParaRPr sz="1200">
              <a:latin typeface="Cambria"/>
              <a:ea typeface="Cambria"/>
              <a:cs typeface="Cambria"/>
              <a:sym typeface="Cambria"/>
            </a:endParaRPr>
          </a:p>
        </p:txBody>
      </p:sp>
      <p:graphicFrame>
        <p:nvGraphicFramePr>
          <p:cNvPr id="612" name="Google Shape;612;p75"/>
          <p:cNvGraphicFramePr/>
          <p:nvPr/>
        </p:nvGraphicFramePr>
        <p:xfrm>
          <a:off x="2332825" y="1795025"/>
          <a:ext cx="3000000" cy="3000000"/>
        </p:xfrm>
        <a:graphic>
          <a:graphicData uri="http://schemas.openxmlformats.org/drawingml/2006/table">
            <a:tbl>
              <a:tblPr>
                <a:noFill/>
                <a:tableStyleId>{BF136021-7255-42B7-A7E7-87A8D8FFE9CA}</a:tableStyleId>
              </a:tblPr>
              <a:tblGrid>
                <a:gridCol w="6484300"/>
              </a:tblGrid>
              <a:tr h="4465025">
                <a:tc>
                  <a:txBody>
                    <a:bodyPr/>
                    <a:lstStyle/>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builder.Services.AddScoped&lt;ec.edu.monster.Interfaces.IAdaptadorConversion, ec.edu.monster.Adaptadores.AdaptadorConversionDotNetRest&gt;();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Los Mocks:</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builder.Services.AddScoped&lt;ec.edu.monster.Interfaces.IAdaptadorConversion, ec.edu.monster.Adaptadores.AdaptadorConversionJavaRest&gt;();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 FIN DE LOS SERVICIOS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var app = builder.Build();</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Configure the HTTP request pipeline.</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if (app.Environment.IsDevelopment())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app.UseWebAssemblyDebugging();</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else</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app.UseExceptionHandler("/Error", createScopeForErrors: true);</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 The default HSTS value is 30 days. You may want to change this for production scenarios, see https://aka.ms/aspnetcore-hsts.</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app.UseHsts();</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app.UseStatusCodePagesWithReExecute("/not-found", createScopeForStatusCodePages: true);</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app.UseHttpsRedirection();</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app.UseAntiforgery();</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app.MapStaticAssets();</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app.MapRazorComponents&lt;App&gt;()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.AddInteractiveServerRenderMode()</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.AddAdditionalAssemblies(typeof(SistemaConversorUI.Web.Client._Imports).Assembly);</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app.Run();</a:t>
                      </a:r>
                      <a:endParaRPr sz="900">
                        <a:solidFill>
                          <a:srgbClr val="4F81BD"/>
                        </a:solidFill>
                        <a:latin typeface="Calibri"/>
                        <a:ea typeface="Calibri"/>
                        <a:cs typeface="Calibri"/>
                        <a:sym typeface="Calibri"/>
                      </a:endParaRPr>
                    </a:p>
                  </a:txBody>
                  <a:tcPr marT="63500" marB="63500" marR="63500" marL="63500"/>
                </a:tc>
              </a:tr>
            </a:tbl>
          </a:graphicData>
        </a:graphic>
      </p:graphicFrame>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6" name="Shape 616"/>
        <p:cNvGrpSpPr/>
        <p:nvPr/>
      </p:nvGrpSpPr>
      <p:grpSpPr>
        <a:xfrm>
          <a:off x="0" y="0"/>
          <a:ext cx="0" cy="0"/>
          <a:chOff x="0" y="0"/>
          <a:chExt cx="0" cy="0"/>
        </a:xfrm>
      </p:grpSpPr>
      <p:sp>
        <p:nvSpPr>
          <p:cNvPr id="617" name="Google Shape;617;p76"/>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618" name="Google Shape;618;p76"/>
          <p:cNvSpPr/>
          <p:nvPr/>
        </p:nvSpPr>
        <p:spPr>
          <a:xfrm>
            <a:off x="9383697" y="14347"/>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chemeClr val="dk1"/>
              </a:buClr>
              <a:buSzPts val="1400"/>
              <a:buFont typeface="Arial"/>
              <a:buNone/>
            </a:pPr>
            <a:r>
              <a:t/>
            </a:r>
            <a:endParaRPr>
              <a:solidFill>
                <a:schemeClr val="dk1"/>
              </a:solidFill>
            </a:endParaRPr>
          </a:p>
          <a:p>
            <a:pPr indent="-306000" lvl="0" marL="306000" rtl="0" algn="l">
              <a:spcBef>
                <a:spcPts val="840"/>
              </a:spcBef>
              <a:spcAft>
                <a:spcPts val="0"/>
              </a:spcAft>
              <a:buClr>
                <a:schemeClr val="accent2"/>
              </a:buClr>
              <a:buSzPts val="1104"/>
              <a:buFont typeface="Noto Sans Symbols"/>
              <a:buChar char="◼"/>
            </a:pPr>
            <a:r>
              <a:rPr b="1" lang="es-ES" sz="1200">
                <a:solidFill>
                  <a:srgbClr val="FFFF00"/>
                </a:solidFill>
                <a:latin typeface="Gill Sans"/>
                <a:ea typeface="Gill Sans"/>
                <a:cs typeface="Gill Sans"/>
                <a:sym typeface="Gill Sans"/>
              </a:rPr>
              <a:t>DESARROLLO</a:t>
            </a:r>
            <a:endParaRPr>
              <a:solidFill>
                <a:schemeClr val="dk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SERVIDOR RESTful</a:t>
            </a:r>
            <a:endParaRPr>
              <a:solidFill>
                <a:schemeClr val="lt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12096" lvl="1" marL="763200" rtl="0" algn="l">
              <a:spcBef>
                <a:spcPts val="840"/>
              </a:spcBef>
              <a:spcAft>
                <a:spcPts val="0"/>
              </a:spcAft>
              <a:buClr>
                <a:schemeClr val="accent2"/>
              </a:buClr>
              <a:buSzPts val="1200"/>
              <a:buFont typeface="Gill Sans"/>
              <a:buChar char="◼"/>
            </a:pPr>
            <a:r>
              <a:rPr b="1" lang="es-ES" sz="1200">
                <a:solidFill>
                  <a:schemeClr val="lt1"/>
                </a:solidFill>
                <a:latin typeface="Gill Sans"/>
                <a:ea typeface="Gill Sans"/>
                <a:cs typeface="Gill Sans"/>
                <a:sym typeface="Gill Sans"/>
              </a:rPr>
              <a:t>CREACIÓN DEL PROYECTO MAUI</a:t>
            </a:r>
            <a:endParaRPr b="1" sz="1200">
              <a:solidFill>
                <a:schemeClr val="lt1"/>
              </a:solidFill>
              <a:latin typeface="Gill Sans"/>
              <a:ea typeface="Gill Sans"/>
              <a:cs typeface="Gill Sans"/>
              <a:sym typeface="Gill Sans"/>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solidFill>
                <a:schemeClr val="lt1"/>
              </a:solidFill>
            </a:endParaRPr>
          </a:p>
          <a:p>
            <a:pPr indent="-306000" lvl="1" marL="763200" rtl="0" algn="l">
              <a:spcBef>
                <a:spcPts val="840"/>
              </a:spcBef>
              <a:spcAft>
                <a:spcPts val="0"/>
              </a:spcAft>
              <a:buClr>
                <a:srgbClr val="FFFF00"/>
              </a:buClr>
              <a:buSzPts val="1104"/>
              <a:buFont typeface="Noto Sans Symbols"/>
              <a:buChar char="◼"/>
            </a:pPr>
            <a:r>
              <a:rPr b="1" lang="es-ES" sz="1200">
                <a:solidFill>
                  <a:srgbClr val="FFFF00"/>
                </a:solidFill>
                <a:latin typeface="Gill Sans"/>
                <a:ea typeface="Gill Sans"/>
                <a:cs typeface="Gill Sans"/>
                <a:sym typeface="Gill Sans"/>
              </a:rPr>
              <a:t>CREACIÓN DEL PROYECTO – CLIENTE WEB</a:t>
            </a:r>
            <a:endParaRPr>
              <a:solidFill>
                <a:srgbClr val="FFFF00"/>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MOVIL</a:t>
            </a:r>
            <a:endParaRPr>
              <a:solidFill>
                <a:schemeClr val="dk1"/>
              </a:solidFill>
            </a:endParaRPr>
          </a:p>
          <a:p>
            <a:pPr indent="-306000" lvl="0" marL="3060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CONCLUSIONES</a:t>
            </a:r>
            <a:endParaRPr>
              <a:solidFill>
                <a:schemeClr val="dk1"/>
              </a:solidFill>
            </a:endParaRPr>
          </a:p>
          <a:p>
            <a:pPr indent="-306000" lvl="0" marL="3060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RECOMENDACIONES</a:t>
            </a:r>
            <a:endParaRPr>
              <a:solidFill>
                <a:schemeClr val="dk1"/>
              </a:solidFill>
            </a:endParaRPr>
          </a:p>
          <a:p>
            <a:pPr indent="0" lvl="0" marL="457200" rtl="0" algn="l">
              <a:spcBef>
                <a:spcPts val="840"/>
              </a:spcBef>
              <a:spcAft>
                <a:spcPts val="0"/>
              </a:spcAft>
              <a:buClr>
                <a:schemeClr val="dk1"/>
              </a:buClr>
              <a:buSzPts val="1400"/>
              <a:buFont typeface="Arial"/>
              <a:buNone/>
            </a:pPr>
            <a:r>
              <a:t/>
            </a:r>
            <a:endParaRPr>
              <a:solidFill>
                <a:schemeClr val="dk1"/>
              </a:solidFill>
            </a:endParaRPr>
          </a:p>
          <a:p>
            <a:pPr indent="0" lvl="0" marL="457200" rtl="0" algn="l">
              <a:spcBef>
                <a:spcPts val="840"/>
              </a:spcBef>
              <a:spcAft>
                <a:spcPts val="0"/>
              </a:spcAft>
              <a:buClr>
                <a:schemeClr val="dk1"/>
              </a:buClr>
              <a:buSzPts val="1400"/>
              <a:buFont typeface="Arial"/>
              <a:buNone/>
            </a:pPr>
            <a:r>
              <a:t/>
            </a:r>
            <a:endParaRPr>
              <a:solidFill>
                <a:schemeClr val="dk1"/>
              </a:solidFill>
            </a:endParaRPr>
          </a:p>
          <a:p>
            <a:pPr indent="0" lvl="0" marL="457200" rtl="0" algn="l">
              <a:spcBef>
                <a:spcPts val="840"/>
              </a:spcBef>
              <a:spcAft>
                <a:spcPts val="0"/>
              </a:spcAft>
              <a:buClr>
                <a:schemeClr val="dk1"/>
              </a:buClr>
              <a:buSzPts val="1400"/>
              <a:buFont typeface="Arial"/>
              <a:buNone/>
            </a:pPr>
            <a:r>
              <a:t/>
            </a:r>
            <a:endParaRPr>
              <a:solidFill>
                <a:schemeClr val="dk1"/>
              </a:solidFill>
            </a:endParaRPr>
          </a:p>
          <a:p>
            <a:pPr indent="0" lvl="0" marL="457200" marR="0" rtl="0" algn="l">
              <a:lnSpc>
                <a:spcPct val="100000"/>
              </a:lnSpc>
              <a:spcBef>
                <a:spcPts val="840"/>
              </a:spcBef>
              <a:spcAft>
                <a:spcPts val="0"/>
              </a:spcAft>
              <a:buClr>
                <a:srgbClr val="000000"/>
              </a:buClr>
              <a:buSzPts val="1400"/>
              <a:buFont typeface="Arial"/>
              <a:buNone/>
            </a:pPr>
            <a:r>
              <a:t/>
            </a:r>
            <a:endParaRPr/>
          </a:p>
        </p:txBody>
      </p:sp>
      <p:pic>
        <p:nvPicPr>
          <p:cNvPr id="619" name="Google Shape;619;p76"/>
          <p:cNvPicPr preferRelativeResize="0"/>
          <p:nvPr/>
        </p:nvPicPr>
        <p:blipFill>
          <a:blip r:embed="rId3">
            <a:alphaModFix/>
          </a:blip>
          <a:stretch>
            <a:fillRect/>
          </a:stretch>
        </p:blipFill>
        <p:spPr>
          <a:xfrm>
            <a:off x="1863925" y="2920600"/>
            <a:ext cx="5734050" cy="3476625"/>
          </a:xfrm>
          <a:prstGeom prst="rect">
            <a:avLst/>
          </a:prstGeom>
          <a:noFill/>
          <a:ln>
            <a:noFill/>
          </a:ln>
        </p:spPr>
      </p:pic>
      <p:sp>
        <p:nvSpPr>
          <p:cNvPr id="620" name="Google Shape;620;p76"/>
          <p:cNvSpPr txBox="1"/>
          <p:nvPr/>
        </p:nvSpPr>
        <p:spPr>
          <a:xfrm>
            <a:off x="636600" y="1868349"/>
            <a:ext cx="8576700" cy="742200"/>
          </a:xfrm>
          <a:prstGeom prst="rect">
            <a:avLst/>
          </a:prstGeom>
          <a:noFill/>
          <a:ln>
            <a:noFill/>
          </a:ln>
        </p:spPr>
        <p:txBody>
          <a:bodyPr anchorCtr="0" anchor="ctr" bIns="45700" lIns="91425" spcFirstLastPara="1" rIns="91425" wrap="square" tIns="45700">
            <a:normAutofit/>
          </a:bodyPr>
          <a:lstStyle/>
          <a:p>
            <a:pPr indent="-355600" lvl="0" marL="457200" marR="0" rtl="0" algn="just">
              <a:lnSpc>
                <a:spcPct val="107000"/>
              </a:lnSpc>
              <a:spcBef>
                <a:spcPts val="0"/>
              </a:spcBef>
              <a:spcAft>
                <a:spcPts val="0"/>
              </a:spcAft>
              <a:buClr>
                <a:srgbClr val="3D3D3D"/>
              </a:buClr>
              <a:buSzPts val="2000"/>
              <a:buFont typeface="Cambria"/>
              <a:buChar char="∙"/>
            </a:pPr>
            <a:r>
              <a:rPr b="1" lang="es-ES" sz="1800">
                <a:solidFill>
                  <a:srgbClr val="3D3D3D"/>
                </a:solidFill>
                <a:latin typeface="Cambria"/>
                <a:ea typeface="Cambria"/>
                <a:cs typeface="Cambria"/>
                <a:sym typeface="Cambria"/>
              </a:rPr>
              <a:t>Vista login</a:t>
            </a:r>
            <a:endParaRPr b="0" i="0" sz="2000" u="none" cap="none" strike="noStrike">
              <a:solidFill>
                <a:srgbClr val="3D3D3D"/>
              </a:solidFill>
              <a:latin typeface="Cambria"/>
              <a:ea typeface="Cambria"/>
              <a:cs typeface="Cambria"/>
              <a:sym typeface="Cambria"/>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4" name="Shape 624"/>
        <p:cNvGrpSpPr/>
        <p:nvPr/>
      </p:nvGrpSpPr>
      <p:grpSpPr>
        <a:xfrm>
          <a:off x="0" y="0"/>
          <a:ext cx="0" cy="0"/>
          <a:chOff x="0" y="0"/>
          <a:chExt cx="0" cy="0"/>
        </a:xfrm>
      </p:grpSpPr>
      <p:sp>
        <p:nvSpPr>
          <p:cNvPr id="625" name="Google Shape;625;p77"/>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626" name="Google Shape;626;p77"/>
          <p:cNvSpPr/>
          <p:nvPr/>
        </p:nvSpPr>
        <p:spPr>
          <a:xfrm>
            <a:off x="9383697" y="14347"/>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chemeClr val="dk1"/>
              </a:buClr>
              <a:buSzPts val="1400"/>
              <a:buFont typeface="Arial"/>
              <a:buNone/>
            </a:pPr>
            <a:r>
              <a:t/>
            </a:r>
            <a:endParaRPr>
              <a:solidFill>
                <a:schemeClr val="dk1"/>
              </a:solidFill>
            </a:endParaRPr>
          </a:p>
          <a:p>
            <a:pPr indent="-306000" lvl="0" marL="306000" rtl="0" algn="l">
              <a:spcBef>
                <a:spcPts val="840"/>
              </a:spcBef>
              <a:spcAft>
                <a:spcPts val="0"/>
              </a:spcAft>
              <a:buClr>
                <a:schemeClr val="accent2"/>
              </a:buClr>
              <a:buSzPts val="1104"/>
              <a:buFont typeface="Noto Sans Symbols"/>
              <a:buChar char="◼"/>
            </a:pPr>
            <a:r>
              <a:rPr b="1" lang="es-ES" sz="1200">
                <a:solidFill>
                  <a:srgbClr val="FFFF00"/>
                </a:solidFill>
                <a:latin typeface="Gill Sans"/>
                <a:ea typeface="Gill Sans"/>
                <a:cs typeface="Gill Sans"/>
                <a:sym typeface="Gill Sans"/>
              </a:rPr>
              <a:t>DESARROLLO</a:t>
            </a:r>
            <a:endParaRPr>
              <a:solidFill>
                <a:schemeClr val="dk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SERVIDOR RESTful</a:t>
            </a:r>
            <a:endParaRPr>
              <a:solidFill>
                <a:schemeClr val="lt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12096" lvl="1" marL="763200" rtl="0" algn="l">
              <a:spcBef>
                <a:spcPts val="840"/>
              </a:spcBef>
              <a:spcAft>
                <a:spcPts val="0"/>
              </a:spcAft>
              <a:buClr>
                <a:schemeClr val="accent2"/>
              </a:buClr>
              <a:buSzPts val="1200"/>
              <a:buFont typeface="Gill Sans"/>
              <a:buChar char="◼"/>
            </a:pPr>
            <a:r>
              <a:rPr b="1" lang="es-ES" sz="1200">
                <a:solidFill>
                  <a:schemeClr val="lt1"/>
                </a:solidFill>
                <a:latin typeface="Gill Sans"/>
                <a:ea typeface="Gill Sans"/>
                <a:cs typeface="Gill Sans"/>
                <a:sym typeface="Gill Sans"/>
              </a:rPr>
              <a:t>CREACIÓN DEL PROYECTO MAUI</a:t>
            </a:r>
            <a:endParaRPr b="1" sz="1200">
              <a:solidFill>
                <a:schemeClr val="lt1"/>
              </a:solidFill>
              <a:latin typeface="Gill Sans"/>
              <a:ea typeface="Gill Sans"/>
              <a:cs typeface="Gill Sans"/>
              <a:sym typeface="Gill Sans"/>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solidFill>
                <a:schemeClr val="lt1"/>
              </a:solidFill>
            </a:endParaRPr>
          </a:p>
          <a:p>
            <a:pPr indent="-306000" lvl="1" marL="763200" rtl="0" algn="l">
              <a:spcBef>
                <a:spcPts val="840"/>
              </a:spcBef>
              <a:spcAft>
                <a:spcPts val="0"/>
              </a:spcAft>
              <a:buClr>
                <a:srgbClr val="FFFF00"/>
              </a:buClr>
              <a:buSzPts val="1104"/>
              <a:buFont typeface="Noto Sans Symbols"/>
              <a:buChar char="◼"/>
            </a:pPr>
            <a:r>
              <a:rPr b="1" lang="es-ES" sz="1200">
                <a:solidFill>
                  <a:srgbClr val="FFFF00"/>
                </a:solidFill>
                <a:latin typeface="Gill Sans"/>
                <a:ea typeface="Gill Sans"/>
                <a:cs typeface="Gill Sans"/>
                <a:sym typeface="Gill Sans"/>
              </a:rPr>
              <a:t>CREACIÓN DEL PROYECTO – CLIENTE WEB</a:t>
            </a:r>
            <a:endParaRPr>
              <a:solidFill>
                <a:srgbClr val="FFFF00"/>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MOVIL</a:t>
            </a:r>
            <a:endParaRPr>
              <a:solidFill>
                <a:schemeClr val="dk1"/>
              </a:solidFill>
            </a:endParaRPr>
          </a:p>
          <a:p>
            <a:pPr indent="-306000" lvl="0" marL="3060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CONCLUSIONES</a:t>
            </a:r>
            <a:endParaRPr>
              <a:solidFill>
                <a:schemeClr val="dk1"/>
              </a:solidFill>
            </a:endParaRPr>
          </a:p>
          <a:p>
            <a:pPr indent="-306000" lvl="0" marL="3060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RECOMENDACIONES</a:t>
            </a:r>
            <a:endParaRPr>
              <a:solidFill>
                <a:schemeClr val="dk1"/>
              </a:solidFill>
            </a:endParaRPr>
          </a:p>
          <a:p>
            <a:pPr indent="0" lvl="0" marL="457200" rtl="0" algn="l">
              <a:spcBef>
                <a:spcPts val="840"/>
              </a:spcBef>
              <a:spcAft>
                <a:spcPts val="0"/>
              </a:spcAft>
              <a:buClr>
                <a:schemeClr val="dk1"/>
              </a:buClr>
              <a:buSzPts val="1400"/>
              <a:buFont typeface="Arial"/>
              <a:buNone/>
            </a:pPr>
            <a:r>
              <a:t/>
            </a:r>
            <a:endParaRPr>
              <a:solidFill>
                <a:schemeClr val="dk1"/>
              </a:solidFill>
            </a:endParaRPr>
          </a:p>
          <a:p>
            <a:pPr indent="0" lvl="0" marL="457200" rtl="0" algn="l">
              <a:spcBef>
                <a:spcPts val="840"/>
              </a:spcBef>
              <a:spcAft>
                <a:spcPts val="0"/>
              </a:spcAft>
              <a:buClr>
                <a:schemeClr val="dk1"/>
              </a:buClr>
              <a:buSzPts val="1400"/>
              <a:buFont typeface="Arial"/>
              <a:buNone/>
            </a:pPr>
            <a:r>
              <a:t/>
            </a:r>
            <a:endParaRPr>
              <a:solidFill>
                <a:schemeClr val="dk1"/>
              </a:solidFill>
            </a:endParaRPr>
          </a:p>
          <a:p>
            <a:pPr indent="0" lvl="0" marL="457200" rtl="0" algn="l">
              <a:spcBef>
                <a:spcPts val="840"/>
              </a:spcBef>
              <a:spcAft>
                <a:spcPts val="0"/>
              </a:spcAft>
              <a:buClr>
                <a:schemeClr val="dk1"/>
              </a:buClr>
              <a:buSzPts val="1400"/>
              <a:buFont typeface="Arial"/>
              <a:buNone/>
            </a:pPr>
            <a:r>
              <a:t/>
            </a:r>
            <a:endParaRPr>
              <a:solidFill>
                <a:schemeClr val="dk1"/>
              </a:solidFill>
            </a:endParaRPr>
          </a:p>
          <a:p>
            <a:pPr indent="0" lvl="0" marL="457200" marR="0" rtl="0" algn="l">
              <a:lnSpc>
                <a:spcPct val="100000"/>
              </a:lnSpc>
              <a:spcBef>
                <a:spcPts val="840"/>
              </a:spcBef>
              <a:spcAft>
                <a:spcPts val="0"/>
              </a:spcAft>
              <a:buClr>
                <a:srgbClr val="000000"/>
              </a:buClr>
              <a:buSzPts val="1400"/>
              <a:buFont typeface="Arial"/>
              <a:buNone/>
            </a:pPr>
            <a:r>
              <a:t/>
            </a:r>
            <a:endParaRPr/>
          </a:p>
        </p:txBody>
      </p:sp>
      <p:sp>
        <p:nvSpPr>
          <p:cNvPr id="627" name="Google Shape;627;p77"/>
          <p:cNvSpPr txBox="1"/>
          <p:nvPr/>
        </p:nvSpPr>
        <p:spPr>
          <a:xfrm>
            <a:off x="636600" y="1868349"/>
            <a:ext cx="8576700" cy="742200"/>
          </a:xfrm>
          <a:prstGeom prst="rect">
            <a:avLst/>
          </a:prstGeom>
          <a:noFill/>
          <a:ln>
            <a:noFill/>
          </a:ln>
        </p:spPr>
        <p:txBody>
          <a:bodyPr anchorCtr="0" anchor="ctr" bIns="45700" lIns="91425" spcFirstLastPara="1" rIns="91425" wrap="square" tIns="45700">
            <a:normAutofit/>
          </a:bodyPr>
          <a:lstStyle/>
          <a:p>
            <a:pPr indent="-355600" lvl="0" marL="457200" marR="0" rtl="0" algn="just">
              <a:lnSpc>
                <a:spcPct val="107000"/>
              </a:lnSpc>
              <a:spcBef>
                <a:spcPts val="0"/>
              </a:spcBef>
              <a:spcAft>
                <a:spcPts val="0"/>
              </a:spcAft>
              <a:buClr>
                <a:srgbClr val="3D3D3D"/>
              </a:buClr>
              <a:buSzPts val="2000"/>
              <a:buFont typeface="Cambria"/>
              <a:buChar char="∙"/>
            </a:pPr>
            <a:r>
              <a:rPr b="1" lang="es-ES" sz="1800">
                <a:solidFill>
                  <a:srgbClr val="3D3D3D"/>
                </a:solidFill>
                <a:latin typeface="Cambria"/>
                <a:ea typeface="Cambria"/>
                <a:cs typeface="Cambria"/>
                <a:sym typeface="Cambria"/>
              </a:rPr>
              <a:t>Vista Conversor</a:t>
            </a:r>
            <a:endParaRPr b="0" i="0" sz="2000" u="none" cap="none" strike="noStrike">
              <a:solidFill>
                <a:srgbClr val="3D3D3D"/>
              </a:solidFill>
              <a:latin typeface="Cambria"/>
              <a:ea typeface="Cambria"/>
              <a:cs typeface="Cambria"/>
              <a:sym typeface="Cambria"/>
            </a:endParaRPr>
          </a:p>
        </p:txBody>
      </p:sp>
      <p:pic>
        <p:nvPicPr>
          <p:cNvPr id="628" name="Google Shape;628;p77"/>
          <p:cNvPicPr preferRelativeResize="0"/>
          <p:nvPr/>
        </p:nvPicPr>
        <p:blipFill>
          <a:blip r:embed="rId3">
            <a:alphaModFix/>
          </a:blip>
          <a:stretch>
            <a:fillRect/>
          </a:stretch>
        </p:blipFill>
        <p:spPr>
          <a:xfrm>
            <a:off x="989425" y="2522350"/>
            <a:ext cx="7615825" cy="3896475"/>
          </a:xfrm>
          <a:prstGeom prst="rect">
            <a:avLst/>
          </a:prstGeom>
          <a:noFill/>
          <a:ln>
            <a:noFill/>
          </a:ln>
        </p:spPr>
      </p:pic>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2" name="Shape 632"/>
        <p:cNvGrpSpPr/>
        <p:nvPr/>
      </p:nvGrpSpPr>
      <p:grpSpPr>
        <a:xfrm>
          <a:off x="0" y="0"/>
          <a:ext cx="0" cy="0"/>
          <a:chOff x="0" y="0"/>
          <a:chExt cx="0" cy="0"/>
        </a:xfrm>
      </p:grpSpPr>
      <p:sp>
        <p:nvSpPr>
          <p:cNvPr id="633" name="Google Shape;633;p78"/>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634" name="Google Shape;634;p78"/>
          <p:cNvSpPr/>
          <p:nvPr/>
        </p:nvSpPr>
        <p:spPr>
          <a:xfrm>
            <a:off x="9383697" y="14347"/>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chemeClr val="dk1"/>
              </a:buClr>
              <a:buSzPts val="1400"/>
              <a:buFont typeface="Arial"/>
              <a:buNone/>
            </a:pPr>
            <a:r>
              <a:t/>
            </a:r>
            <a:endParaRPr>
              <a:solidFill>
                <a:schemeClr val="dk1"/>
              </a:solidFill>
            </a:endParaRPr>
          </a:p>
          <a:p>
            <a:pPr indent="-306000" lvl="0" marL="306000" rtl="0" algn="l">
              <a:spcBef>
                <a:spcPts val="840"/>
              </a:spcBef>
              <a:spcAft>
                <a:spcPts val="0"/>
              </a:spcAft>
              <a:buClr>
                <a:schemeClr val="accent2"/>
              </a:buClr>
              <a:buSzPts val="1104"/>
              <a:buFont typeface="Noto Sans Symbols"/>
              <a:buChar char="◼"/>
            </a:pPr>
            <a:r>
              <a:rPr b="1" lang="es-ES" sz="1200">
                <a:solidFill>
                  <a:srgbClr val="FFFF00"/>
                </a:solidFill>
                <a:latin typeface="Gill Sans"/>
                <a:ea typeface="Gill Sans"/>
                <a:cs typeface="Gill Sans"/>
                <a:sym typeface="Gill Sans"/>
              </a:rPr>
              <a:t>DESARROLLO</a:t>
            </a:r>
            <a:endParaRPr>
              <a:solidFill>
                <a:schemeClr val="dk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SERVIDOR RESTful</a:t>
            </a:r>
            <a:endParaRPr>
              <a:solidFill>
                <a:schemeClr val="lt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12096" lvl="1" marL="763200" rtl="0" algn="l">
              <a:spcBef>
                <a:spcPts val="840"/>
              </a:spcBef>
              <a:spcAft>
                <a:spcPts val="0"/>
              </a:spcAft>
              <a:buClr>
                <a:schemeClr val="accent2"/>
              </a:buClr>
              <a:buSzPts val="1200"/>
              <a:buFont typeface="Gill Sans"/>
              <a:buChar char="◼"/>
            </a:pPr>
            <a:r>
              <a:rPr b="1" lang="es-ES" sz="1200">
                <a:solidFill>
                  <a:schemeClr val="lt1"/>
                </a:solidFill>
                <a:latin typeface="Gill Sans"/>
                <a:ea typeface="Gill Sans"/>
                <a:cs typeface="Gill Sans"/>
                <a:sym typeface="Gill Sans"/>
              </a:rPr>
              <a:t>CREACIÓN DEL PROYECTO MAUI</a:t>
            </a:r>
            <a:endParaRPr b="1" sz="1200">
              <a:solidFill>
                <a:schemeClr val="lt1"/>
              </a:solidFill>
              <a:latin typeface="Gill Sans"/>
              <a:ea typeface="Gill Sans"/>
              <a:cs typeface="Gill Sans"/>
              <a:sym typeface="Gill Sans"/>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solidFill>
                <a:schemeClr val="lt1"/>
              </a:solidFill>
            </a:endParaRPr>
          </a:p>
          <a:p>
            <a:pPr indent="-306000" lvl="1" marL="763200" rtl="0" algn="l">
              <a:spcBef>
                <a:spcPts val="840"/>
              </a:spcBef>
              <a:spcAft>
                <a:spcPts val="0"/>
              </a:spcAft>
              <a:buClr>
                <a:srgbClr val="FFFF00"/>
              </a:buClr>
              <a:buSzPts val="1104"/>
              <a:buFont typeface="Noto Sans Symbols"/>
              <a:buChar char="◼"/>
            </a:pPr>
            <a:r>
              <a:rPr b="1" lang="es-ES" sz="1200">
                <a:solidFill>
                  <a:srgbClr val="FFFF00"/>
                </a:solidFill>
                <a:latin typeface="Gill Sans"/>
                <a:ea typeface="Gill Sans"/>
                <a:cs typeface="Gill Sans"/>
                <a:sym typeface="Gill Sans"/>
              </a:rPr>
              <a:t>CREACIÓN DEL PROYECTO – CLIENTE WEB</a:t>
            </a:r>
            <a:endParaRPr>
              <a:solidFill>
                <a:srgbClr val="FFFF00"/>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MOVIL</a:t>
            </a:r>
            <a:endParaRPr>
              <a:solidFill>
                <a:schemeClr val="dk1"/>
              </a:solidFill>
            </a:endParaRPr>
          </a:p>
          <a:p>
            <a:pPr indent="-306000" lvl="0" marL="3060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CONCLUSIONES</a:t>
            </a:r>
            <a:endParaRPr>
              <a:solidFill>
                <a:schemeClr val="dk1"/>
              </a:solidFill>
            </a:endParaRPr>
          </a:p>
          <a:p>
            <a:pPr indent="-306000" lvl="0" marL="3060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RECOMENDACIONES</a:t>
            </a:r>
            <a:endParaRPr>
              <a:solidFill>
                <a:schemeClr val="dk1"/>
              </a:solidFill>
            </a:endParaRPr>
          </a:p>
          <a:p>
            <a:pPr indent="0" lvl="0" marL="457200" rtl="0" algn="l">
              <a:spcBef>
                <a:spcPts val="840"/>
              </a:spcBef>
              <a:spcAft>
                <a:spcPts val="0"/>
              </a:spcAft>
              <a:buClr>
                <a:schemeClr val="dk1"/>
              </a:buClr>
              <a:buSzPts val="1400"/>
              <a:buFont typeface="Arial"/>
              <a:buNone/>
            </a:pPr>
            <a:r>
              <a:t/>
            </a:r>
            <a:endParaRPr>
              <a:solidFill>
                <a:schemeClr val="dk1"/>
              </a:solidFill>
            </a:endParaRPr>
          </a:p>
          <a:p>
            <a:pPr indent="0" lvl="0" marL="457200" rtl="0" algn="l">
              <a:spcBef>
                <a:spcPts val="840"/>
              </a:spcBef>
              <a:spcAft>
                <a:spcPts val="0"/>
              </a:spcAft>
              <a:buClr>
                <a:schemeClr val="dk1"/>
              </a:buClr>
              <a:buSzPts val="1400"/>
              <a:buFont typeface="Arial"/>
              <a:buNone/>
            </a:pPr>
            <a:r>
              <a:t/>
            </a:r>
            <a:endParaRPr>
              <a:solidFill>
                <a:schemeClr val="dk1"/>
              </a:solidFill>
            </a:endParaRPr>
          </a:p>
          <a:p>
            <a:pPr indent="0" lvl="0" marL="457200" rtl="0" algn="l">
              <a:spcBef>
                <a:spcPts val="840"/>
              </a:spcBef>
              <a:spcAft>
                <a:spcPts val="0"/>
              </a:spcAft>
              <a:buClr>
                <a:schemeClr val="dk1"/>
              </a:buClr>
              <a:buSzPts val="1400"/>
              <a:buFont typeface="Arial"/>
              <a:buNone/>
            </a:pPr>
            <a:r>
              <a:t/>
            </a:r>
            <a:endParaRPr>
              <a:solidFill>
                <a:schemeClr val="dk1"/>
              </a:solidFill>
            </a:endParaRPr>
          </a:p>
          <a:p>
            <a:pPr indent="0" lvl="0" marL="457200" marR="0" rtl="0" algn="l">
              <a:lnSpc>
                <a:spcPct val="100000"/>
              </a:lnSpc>
              <a:spcBef>
                <a:spcPts val="840"/>
              </a:spcBef>
              <a:spcAft>
                <a:spcPts val="0"/>
              </a:spcAft>
              <a:buClr>
                <a:srgbClr val="000000"/>
              </a:buClr>
              <a:buSzPts val="1400"/>
              <a:buFont typeface="Arial"/>
              <a:buNone/>
            </a:pPr>
            <a:r>
              <a:t/>
            </a:r>
            <a:endParaRPr/>
          </a:p>
        </p:txBody>
      </p:sp>
      <p:sp>
        <p:nvSpPr>
          <p:cNvPr id="635" name="Google Shape;635;p78"/>
          <p:cNvSpPr txBox="1"/>
          <p:nvPr/>
        </p:nvSpPr>
        <p:spPr>
          <a:xfrm>
            <a:off x="636600" y="1868349"/>
            <a:ext cx="8576700" cy="742200"/>
          </a:xfrm>
          <a:prstGeom prst="rect">
            <a:avLst/>
          </a:prstGeom>
          <a:noFill/>
          <a:ln>
            <a:noFill/>
          </a:ln>
        </p:spPr>
        <p:txBody>
          <a:bodyPr anchorCtr="0" anchor="ctr" bIns="45700" lIns="91425" spcFirstLastPara="1" rIns="91425" wrap="square" tIns="45700">
            <a:normAutofit/>
          </a:bodyPr>
          <a:lstStyle/>
          <a:p>
            <a:pPr indent="-355600" lvl="0" marL="457200" marR="0" rtl="0" algn="just">
              <a:lnSpc>
                <a:spcPct val="107000"/>
              </a:lnSpc>
              <a:spcBef>
                <a:spcPts val="0"/>
              </a:spcBef>
              <a:spcAft>
                <a:spcPts val="0"/>
              </a:spcAft>
              <a:buClr>
                <a:srgbClr val="3D3D3D"/>
              </a:buClr>
              <a:buSzPts val="2000"/>
              <a:buFont typeface="Cambria"/>
              <a:buChar char="∙"/>
            </a:pPr>
            <a:r>
              <a:rPr b="1" lang="es-ES" sz="1800">
                <a:solidFill>
                  <a:srgbClr val="3D3D3D"/>
                </a:solidFill>
                <a:latin typeface="Cambria"/>
                <a:ea typeface="Cambria"/>
                <a:cs typeface="Cambria"/>
                <a:sym typeface="Cambria"/>
              </a:rPr>
              <a:t>Vista Cambiar </a:t>
            </a:r>
            <a:r>
              <a:rPr b="1" lang="es-ES" sz="1800">
                <a:solidFill>
                  <a:srgbClr val="3D3D3D"/>
                </a:solidFill>
                <a:latin typeface="Cambria"/>
                <a:ea typeface="Cambria"/>
                <a:cs typeface="Cambria"/>
                <a:sym typeface="Cambria"/>
              </a:rPr>
              <a:t>contraseña</a:t>
            </a:r>
            <a:endParaRPr b="0" i="0" sz="2000" u="none" cap="none" strike="noStrike">
              <a:solidFill>
                <a:srgbClr val="3D3D3D"/>
              </a:solidFill>
              <a:latin typeface="Cambria"/>
              <a:ea typeface="Cambria"/>
              <a:cs typeface="Cambria"/>
              <a:sym typeface="Cambria"/>
            </a:endParaRPr>
          </a:p>
        </p:txBody>
      </p:sp>
      <p:pic>
        <p:nvPicPr>
          <p:cNvPr id="636" name="Google Shape;636;p78"/>
          <p:cNvPicPr preferRelativeResize="0"/>
          <p:nvPr/>
        </p:nvPicPr>
        <p:blipFill>
          <a:blip r:embed="rId3">
            <a:alphaModFix/>
          </a:blip>
          <a:stretch>
            <a:fillRect/>
          </a:stretch>
        </p:blipFill>
        <p:spPr>
          <a:xfrm>
            <a:off x="1223950" y="2763050"/>
            <a:ext cx="7317725" cy="3731800"/>
          </a:xfrm>
          <a:prstGeom prst="rect">
            <a:avLst/>
          </a:prstGeom>
          <a:noFill/>
          <a:ln>
            <a:noFill/>
          </a:ln>
        </p:spPr>
      </p:pic>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0" name="Shape 640"/>
        <p:cNvGrpSpPr/>
        <p:nvPr/>
      </p:nvGrpSpPr>
      <p:grpSpPr>
        <a:xfrm>
          <a:off x="0" y="0"/>
          <a:ext cx="0" cy="0"/>
          <a:chOff x="0" y="0"/>
          <a:chExt cx="0" cy="0"/>
        </a:xfrm>
      </p:grpSpPr>
      <p:graphicFrame>
        <p:nvGraphicFramePr>
          <p:cNvPr id="641" name="Google Shape;641;p79"/>
          <p:cNvGraphicFramePr/>
          <p:nvPr/>
        </p:nvGraphicFramePr>
        <p:xfrm>
          <a:off x="2332838" y="2865288"/>
          <a:ext cx="3000000" cy="3000000"/>
        </p:xfrm>
        <a:graphic>
          <a:graphicData uri="http://schemas.openxmlformats.org/drawingml/2006/table">
            <a:tbl>
              <a:tblPr>
                <a:noFill/>
                <a:tableStyleId>{BF136021-7255-42B7-A7E7-87A8D8FFE9CA}</a:tableStyleId>
              </a:tblPr>
              <a:tblGrid>
                <a:gridCol w="6484300"/>
              </a:tblGrid>
              <a:tr h="3661575">
                <a:tc>
                  <a:txBody>
                    <a:bodyPr/>
                    <a:lstStyle/>
                    <a:p>
                      <a:pPr indent="0" lvl="0" marL="0" rtl="0" algn="l">
                        <a:lnSpc>
                          <a:spcPct val="120000"/>
                        </a:lnSpc>
                        <a:spcBef>
                          <a:spcPts val="0"/>
                        </a:spcBef>
                        <a:spcAft>
                          <a:spcPts val="0"/>
                        </a:spcAft>
                        <a:buClr>
                          <a:schemeClr val="dk1"/>
                        </a:buClr>
                        <a:buSzPts val="1100"/>
                        <a:buFont typeface="Arial"/>
                        <a:buNone/>
                      </a:pPr>
                      <a:r>
                        <a:rPr lang="es-ES" sz="900">
                          <a:solidFill>
                            <a:srgbClr val="4F81BD"/>
                          </a:solidFill>
                          <a:latin typeface="Calibri"/>
                          <a:ea typeface="Calibri"/>
                          <a:cs typeface="Calibri"/>
                          <a:sym typeface="Calibri"/>
                        </a:rPr>
                        <a:t>using Microsoft.Extensions.Logging;</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Clr>
                          <a:schemeClr val="dk1"/>
                        </a:buClr>
                        <a:buSzPts val="1100"/>
                        <a:buFont typeface="Arial"/>
                        <a:buNone/>
                      </a:pPr>
                      <a:r>
                        <a:rPr lang="es-ES" sz="900">
                          <a:solidFill>
                            <a:srgbClr val="4F81BD"/>
                          </a:solidFill>
                          <a:latin typeface="Calibri"/>
                          <a:ea typeface="Calibri"/>
                          <a:cs typeface="Calibri"/>
                          <a:sym typeface="Calibri"/>
                        </a:rPr>
                        <a:t>using Microsoft.Extensions.DependencyInjection;</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Clr>
                          <a:schemeClr val="dk1"/>
                        </a:buClr>
                        <a:buSzPts val="1100"/>
                        <a:buFont typeface="Arial"/>
                        <a:buNone/>
                      </a:pPr>
                      <a:r>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Clr>
                          <a:schemeClr val="dk1"/>
                        </a:buClr>
                        <a:buSzPts val="1100"/>
                        <a:buFont typeface="Arial"/>
                        <a:buNone/>
                      </a:pPr>
                      <a:r>
                        <a:rPr lang="es-ES" sz="900">
                          <a:solidFill>
                            <a:srgbClr val="4F81BD"/>
                          </a:solidFill>
                          <a:latin typeface="Calibri"/>
                          <a:ea typeface="Calibri"/>
                          <a:cs typeface="Calibri"/>
                          <a:sym typeface="Calibri"/>
                        </a:rPr>
                        <a:t>namespace SistemaConversorUI.Maui</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Clr>
                          <a:schemeClr val="dk1"/>
                        </a:buClr>
                        <a:buSzPts val="1100"/>
                        <a:buFont typeface="Arial"/>
                        <a:buNone/>
                      </a:pPr>
                      <a:r>
                        <a:rPr lang="es-ES" sz="900">
                          <a:solidFill>
                            <a:srgbClr val="4F81BD"/>
                          </a:solidFill>
                          <a:latin typeface="Calibri"/>
                          <a:ea typeface="Calibri"/>
                          <a:cs typeface="Calibri"/>
                          <a:sym typeface="Calibri"/>
                        </a:rPr>
                        <a: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Clr>
                          <a:schemeClr val="dk1"/>
                        </a:buClr>
                        <a:buSzPts val="1100"/>
                        <a:buFont typeface="Arial"/>
                        <a:buNone/>
                      </a:pPr>
                      <a:r>
                        <a:rPr lang="es-ES" sz="900">
                          <a:solidFill>
                            <a:srgbClr val="4F81BD"/>
                          </a:solidFill>
                          <a:latin typeface="Calibri"/>
                          <a:ea typeface="Calibri"/>
                          <a:cs typeface="Calibri"/>
                          <a:sym typeface="Calibri"/>
                        </a:rPr>
                        <a:t>    public static class MauiProgram</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Clr>
                          <a:schemeClr val="dk1"/>
                        </a:buClr>
                        <a:buSzPts val="1100"/>
                        <a:buFont typeface="Arial"/>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Clr>
                          <a:schemeClr val="dk1"/>
                        </a:buClr>
                        <a:buSzPts val="1100"/>
                        <a:buFont typeface="Arial"/>
                        <a:buNone/>
                      </a:pPr>
                      <a:r>
                        <a:rPr lang="es-ES" sz="900">
                          <a:solidFill>
                            <a:srgbClr val="4F81BD"/>
                          </a:solidFill>
                          <a:latin typeface="Calibri"/>
                          <a:ea typeface="Calibri"/>
                          <a:cs typeface="Calibri"/>
                          <a:sym typeface="Calibri"/>
                        </a:rPr>
                        <a:t>        public static MauiApp CreateMauiApp()</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Clr>
                          <a:schemeClr val="dk1"/>
                        </a:buClr>
                        <a:buSzPts val="1100"/>
                        <a:buFont typeface="Arial"/>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Clr>
                          <a:schemeClr val="dk1"/>
                        </a:buClr>
                        <a:buSzPts val="1100"/>
                        <a:buFont typeface="Arial"/>
                        <a:buNone/>
                      </a:pPr>
                      <a:r>
                        <a:rPr lang="es-ES" sz="900">
                          <a:solidFill>
                            <a:srgbClr val="4F81BD"/>
                          </a:solidFill>
                          <a:latin typeface="Calibri"/>
                          <a:ea typeface="Calibri"/>
                          <a:cs typeface="Calibri"/>
                          <a:sym typeface="Calibri"/>
                        </a:rPr>
                        <a:t>            var builder = MauiApp.CreateBuilder();</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Clr>
                          <a:schemeClr val="dk1"/>
                        </a:buClr>
                        <a:buSzPts val="1100"/>
                        <a:buFont typeface="Arial"/>
                        <a:buNone/>
                      </a:pPr>
                      <a:r>
                        <a:rPr lang="es-ES" sz="900">
                          <a:solidFill>
                            <a:srgbClr val="4F81BD"/>
                          </a:solidFill>
                          <a:latin typeface="Calibri"/>
                          <a:ea typeface="Calibri"/>
                          <a:cs typeface="Calibri"/>
                          <a:sym typeface="Calibri"/>
                        </a:rPr>
                        <a:t>            builder</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Clr>
                          <a:schemeClr val="dk1"/>
                        </a:buClr>
                        <a:buSzPts val="1100"/>
                        <a:buFont typeface="Arial"/>
                        <a:buNone/>
                      </a:pPr>
                      <a:r>
                        <a:rPr lang="es-ES" sz="900">
                          <a:solidFill>
                            <a:srgbClr val="4F81BD"/>
                          </a:solidFill>
                          <a:latin typeface="Calibri"/>
                          <a:ea typeface="Calibri"/>
                          <a:cs typeface="Calibri"/>
                          <a:sym typeface="Calibri"/>
                        </a:rPr>
                        <a:t>                .UseMauiApp&lt;App&gt;()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Clr>
                          <a:schemeClr val="dk1"/>
                        </a:buClr>
                        <a:buSzPts val="1100"/>
                        <a:buFont typeface="Arial"/>
                        <a:buNone/>
                      </a:pPr>
                      <a:r>
                        <a:rPr lang="es-ES" sz="900">
                          <a:solidFill>
                            <a:srgbClr val="4F81BD"/>
                          </a:solidFill>
                          <a:latin typeface="Calibri"/>
                          <a:ea typeface="Calibri"/>
                          <a:cs typeface="Calibri"/>
                          <a:sym typeface="Calibri"/>
                        </a:rPr>
                        <a:t>                .ConfigureFonts(fonts =&gt;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Clr>
                          <a:schemeClr val="dk1"/>
                        </a:buClr>
                        <a:buSzPts val="1100"/>
                        <a:buFont typeface="Arial"/>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Clr>
                          <a:schemeClr val="dk1"/>
                        </a:buClr>
                        <a:buSzPts val="1100"/>
                        <a:buFont typeface="Arial"/>
                        <a:buNone/>
                      </a:pPr>
                      <a:r>
                        <a:rPr lang="es-ES" sz="900">
                          <a:solidFill>
                            <a:srgbClr val="4F81BD"/>
                          </a:solidFill>
                          <a:latin typeface="Calibri"/>
                          <a:ea typeface="Calibri"/>
                          <a:cs typeface="Calibri"/>
                          <a:sym typeface="Calibri"/>
                        </a:rPr>
                        <a:t>                    fonts.AddFont("OpenSans-Regular.ttf", "OpenSansRegular");</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Clr>
                          <a:schemeClr val="dk1"/>
                        </a:buClr>
                        <a:buSzPts val="1100"/>
                        <a:buFont typeface="Arial"/>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Clr>
                          <a:schemeClr val="dk1"/>
                        </a:buClr>
                        <a:buSzPts val="1100"/>
                        <a:buFont typeface="Arial"/>
                        <a:buNone/>
                      </a:pPr>
                      <a:r>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Clr>
                          <a:schemeClr val="dk1"/>
                        </a:buClr>
                        <a:buSzPts val="1100"/>
                        <a:buFont typeface="Arial"/>
                        <a:buNone/>
                      </a:pPr>
                      <a:r>
                        <a:rPr lang="es-ES" sz="900">
                          <a:solidFill>
                            <a:srgbClr val="4F81BD"/>
                          </a:solidFill>
                          <a:latin typeface="Calibri"/>
                          <a:ea typeface="Calibri"/>
                          <a:cs typeface="Calibri"/>
                          <a:sym typeface="Calibri"/>
                        </a:rPr>
                        <a:t>            builder.Services.AddMauiBlazorWebView();</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Clr>
                          <a:schemeClr val="dk1"/>
                        </a:buClr>
                        <a:buSzPts val="1100"/>
                        <a:buFont typeface="Arial"/>
                        <a:buNone/>
                      </a:pPr>
                      <a:r>
                        <a:rPr lang="es-ES" sz="900">
                          <a:solidFill>
                            <a:srgbClr val="4F81BD"/>
                          </a:solidFill>
                          <a:latin typeface="Calibri"/>
                          <a:ea typeface="Calibri"/>
                          <a:cs typeface="Calibri"/>
                          <a:sym typeface="Calibri"/>
                        </a:rPr>
                        <a:t>            // 1. Cliente HTTP</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Clr>
                          <a:schemeClr val="dk1"/>
                        </a:buClr>
                        <a:buSzPts val="1100"/>
                        <a:buFont typeface="Arial"/>
                        <a:buNone/>
                      </a:pPr>
                      <a:r>
                        <a:rPr lang="es-ES" sz="900">
                          <a:solidFill>
                            <a:srgbClr val="4F81BD"/>
                          </a:solidFill>
                          <a:latin typeface="Calibri"/>
                          <a:ea typeface="Calibri"/>
                          <a:cs typeface="Calibri"/>
                          <a:sym typeface="Calibri"/>
                        </a:rPr>
                        <a:t>            builder.Services.AddHttpClient();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Clr>
                          <a:schemeClr val="dk1"/>
                        </a:buClr>
                        <a:buSzPts val="1100"/>
                        <a:buFont typeface="Arial"/>
                        <a:buNone/>
                      </a:pPr>
                      <a:r>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Clr>
                          <a:schemeClr val="dk1"/>
                        </a:buClr>
                        <a:buSzPts val="1100"/>
                        <a:buFont typeface="Arial"/>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txBody>
                  <a:tcPr marT="63500" marB="63500" marR="63500" marL="63500"/>
                </a:tc>
              </a:tr>
            </a:tbl>
          </a:graphicData>
        </a:graphic>
      </p:graphicFrame>
      <p:sp>
        <p:nvSpPr>
          <p:cNvPr id="642" name="Google Shape;642;p79"/>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643" name="Google Shape;643;p79"/>
          <p:cNvSpPr/>
          <p:nvPr/>
        </p:nvSpPr>
        <p:spPr>
          <a:xfrm>
            <a:off x="9383697" y="0"/>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400"/>
              <a:buFont typeface="Arial"/>
              <a:buNone/>
            </a:pPr>
            <a:r>
              <a:t/>
            </a:r>
            <a:endParaRPr/>
          </a:p>
          <a:p>
            <a:pPr indent="-306000" lvl="0" marL="3060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DESARROLLO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SERVIDOR RESTful</a:t>
            </a:r>
            <a:endParaRPr>
              <a:solidFill>
                <a:schemeClr val="lt1"/>
              </a:solidFill>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12096" lvl="1" marL="763200" rtl="0" algn="l">
              <a:spcBef>
                <a:spcPts val="840"/>
              </a:spcBef>
              <a:spcAft>
                <a:spcPts val="0"/>
              </a:spcAft>
              <a:buClr>
                <a:schemeClr val="accent2"/>
              </a:buClr>
              <a:buSzPts val="1200"/>
              <a:buFont typeface="Gill Sans"/>
              <a:buChar char="◼"/>
            </a:pPr>
            <a:r>
              <a:rPr b="1" lang="es-ES" sz="1200">
                <a:solidFill>
                  <a:schemeClr val="lt1"/>
                </a:solidFill>
                <a:latin typeface="Gill Sans"/>
                <a:ea typeface="Gill Sans"/>
                <a:cs typeface="Gill Sans"/>
                <a:sym typeface="Gill Sans"/>
              </a:rPr>
              <a:t>CREACIÓN DEL PROYECTO MAUI</a:t>
            </a:r>
            <a:endParaRPr b="1" sz="1200">
              <a:solidFill>
                <a:schemeClr val="lt1"/>
              </a:solidFill>
              <a:latin typeface="Gill Sans"/>
              <a:ea typeface="Gill Sans"/>
              <a:cs typeface="Gill Sans"/>
              <a:sym typeface="Gill Sans"/>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p>
          <a:p>
            <a:pPr indent="-306000" lvl="1" marL="763200" rtl="0" algn="l">
              <a:spcBef>
                <a:spcPts val="840"/>
              </a:spcBef>
              <a:spcAft>
                <a:spcPts val="0"/>
              </a:spcAft>
              <a:buClr>
                <a:srgbClr val="FFFF00"/>
              </a:buClr>
              <a:buSzPts val="1104"/>
              <a:buFont typeface="Noto Sans Symbols"/>
              <a:buChar char="◼"/>
            </a:pPr>
            <a:r>
              <a:rPr b="1" lang="es-ES" sz="1200">
                <a:solidFill>
                  <a:srgbClr val="FFFF00"/>
                </a:solidFill>
                <a:latin typeface="Gill Sans"/>
                <a:ea typeface="Gill Sans"/>
                <a:cs typeface="Gill Sans"/>
                <a:sym typeface="Gill Sans"/>
              </a:rPr>
              <a:t>CREACIÓN DEL PROYECTO – CLIENTE MOVIL</a:t>
            </a:r>
            <a:endParaRPr>
              <a:solidFill>
                <a:srgbClr val="FFFF00"/>
              </a:solidFill>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CONCLUSIONES</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RECOMENDACIONES</a:t>
            </a:r>
            <a:endParaRPr/>
          </a:p>
          <a:p>
            <a:pPr indent="0" lvl="0" marL="457200" rtl="0" algn="l">
              <a:spcBef>
                <a:spcPts val="840"/>
              </a:spcBef>
              <a:spcAft>
                <a:spcPts val="0"/>
              </a:spcAft>
              <a:buClr>
                <a:srgbClr val="000000"/>
              </a:buClr>
              <a:buSzPts val="1400"/>
              <a:buFont typeface="Arial"/>
              <a:buNone/>
            </a:pPr>
            <a:r>
              <a:t/>
            </a:r>
            <a:endParaRPr/>
          </a:p>
          <a:p>
            <a:pPr indent="0" lvl="0" marL="457200" rtl="0" algn="l">
              <a:spcBef>
                <a:spcPts val="840"/>
              </a:spcBef>
              <a:spcAft>
                <a:spcPts val="0"/>
              </a:spcAft>
              <a:buClr>
                <a:srgbClr val="000000"/>
              </a:buClr>
              <a:buSzPts val="1400"/>
              <a:buFont typeface="Arial"/>
              <a:buNone/>
            </a:pPr>
            <a:r>
              <a:t/>
            </a:r>
            <a:endParaRPr/>
          </a:p>
          <a:p>
            <a:pPr indent="0" lvl="0" marL="457200" marR="0" rtl="0" algn="l">
              <a:lnSpc>
                <a:spcPct val="100000"/>
              </a:lnSpc>
              <a:spcBef>
                <a:spcPts val="840"/>
              </a:spcBef>
              <a:spcAft>
                <a:spcPts val="0"/>
              </a:spcAft>
              <a:buClr>
                <a:srgbClr val="000000"/>
              </a:buClr>
              <a:buSzPts val="1400"/>
              <a:buFont typeface="Arial"/>
              <a:buNone/>
            </a:pPr>
            <a:r>
              <a:t/>
            </a:r>
            <a:endParaRPr/>
          </a:p>
        </p:txBody>
      </p:sp>
      <p:sp>
        <p:nvSpPr>
          <p:cNvPr id="644" name="Google Shape;644;p79"/>
          <p:cNvSpPr txBox="1"/>
          <p:nvPr/>
        </p:nvSpPr>
        <p:spPr>
          <a:xfrm>
            <a:off x="406975" y="1921878"/>
            <a:ext cx="8576700" cy="737400"/>
          </a:xfrm>
          <a:prstGeom prst="rect">
            <a:avLst/>
          </a:prstGeom>
          <a:noFill/>
          <a:ln>
            <a:noFill/>
          </a:ln>
        </p:spPr>
        <p:txBody>
          <a:bodyPr anchorCtr="0" anchor="ctr" bIns="45700" lIns="91425" spcFirstLastPara="1" rIns="91425" wrap="square" tIns="45700">
            <a:normAutofit/>
          </a:bodyPr>
          <a:lstStyle/>
          <a:p>
            <a:pPr indent="0" lvl="0" marL="0" marR="0" rtl="0" algn="just">
              <a:lnSpc>
                <a:spcPct val="107000"/>
              </a:lnSpc>
              <a:spcBef>
                <a:spcPts val="0"/>
              </a:spcBef>
              <a:spcAft>
                <a:spcPts val="0"/>
              </a:spcAft>
              <a:buClr>
                <a:srgbClr val="000000"/>
              </a:buClr>
              <a:buSzPts val="1800"/>
              <a:buFont typeface="Arial"/>
              <a:buNone/>
            </a:pPr>
            <a:r>
              <a:rPr b="1" lang="es-ES" sz="1800">
                <a:solidFill>
                  <a:srgbClr val="3D3D3D"/>
                </a:solidFill>
                <a:latin typeface="Cambria"/>
                <a:ea typeface="Cambria"/>
                <a:cs typeface="Cambria"/>
                <a:sym typeface="Cambria"/>
              </a:rPr>
              <a:t>1.6</a:t>
            </a:r>
            <a:r>
              <a:rPr b="1" i="0" lang="es-ES" sz="1800" u="none" cap="none" strike="noStrike">
                <a:solidFill>
                  <a:srgbClr val="3D3D3D"/>
                </a:solidFill>
                <a:latin typeface="Cambria"/>
                <a:ea typeface="Cambria"/>
                <a:cs typeface="Cambria"/>
                <a:sym typeface="Cambria"/>
              </a:rPr>
              <a:t> 	CREACIÓN DEL PROYECTO – CLIENTE MÓVIL</a:t>
            </a:r>
            <a:br>
              <a:rPr b="1" i="0" lang="es-ES" sz="1800" u="none" cap="none" strike="noStrike">
                <a:solidFill>
                  <a:srgbClr val="3D3D3D"/>
                </a:solidFill>
                <a:latin typeface="Cambria"/>
                <a:ea typeface="Cambria"/>
                <a:cs typeface="Cambria"/>
                <a:sym typeface="Cambria"/>
              </a:rPr>
            </a:br>
            <a:endParaRPr b="0" i="0" sz="1800" u="none" cap="none" strike="noStrike">
              <a:solidFill>
                <a:srgbClr val="3D3D3D"/>
              </a:solidFill>
              <a:latin typeface="Gill Sans"/>
              <a:ea typeface="Gill Sans"/>
              <a:cs typeface="Gill Sans"/>
              <a:sym typeface="Gill Sans"/>
            </a:endParaRPr>
          </a:p>
        </p:txBody>
      </p:sp>
      <p:sp>
        <p:nvSpPr>
          <p:cNvPr id="645" name="Google Shape;645;p79"/>
          <p:cNvSpPr txBox="1"/>
          <p:nvPr>
            <p:ph idx="1" type="body"/>
          </p:nvPr>
        </p:nvSpPr>
        <p:spPr>
          <a:xfrm>
            <a:off x="122575" y="2429475"/>
            <a:ext cx="1643700" cy="3877800"/>
          </a:xfrm>
          <a:prstGeom prst="rect">
            <a:avLst/>
          </a:prstGeom>
          <a:noFill/>
          <a:ln>
            <a:noFill/>
          </a:ln>
        </p:spPr>
        <p:txBody>
          <a:bodyPr anchorCtr="0" anchor="ctr" bIns="45700" lIns="91425" spcFirstLastPara="1" rIns="91425" wrap="square" tIns="45700">
            <a:normAutofit/>
          </a:bodyPr>
          <a:lstStyle/>
          <a:p>
            <a:pPr indent="-327406" lvl="0" marL="457200" rtl="0" algn="l">
              <a:lnSpc>
                <a:spcPct val="150000"/>
              </a:lnSpc>
              <a:spcBef>
                <a:spcPts val="0"/>
              </a:spcBef>
              <a:spcAft>
                <a:spcPts val="0"/>
              </a:spcAft>
              <a:buSzPts val="1556"/>
              <a:buChar char="∙"/>
            </a:pPr>
            <a:r>
              <a:rPr lang="es-ES" sz="1100">
                <a:solidFill>
                  <a:schemeClr val="dk1"/>
                </a:solidFill>
                <a:latin typeface="Calibri"/>
                <a:ea typeface="Calibri"/>
                <a:cs typeface="Calibri"/>
                <a:sym typeface="Calibri"/>
              </a:rPr>
              <a:t>A continuación se detallarán las clases principales con su código fuente.</a:t>
            </a:r>
            <a:endParaRPr sz="1100">
              <a:solidFill>
                <a:schemeClr val="dk1"/>
              </a:solidFill>
              <a:latin typeface="Calibri"/>
              <a:ea typeface="Calibri"/>
              <a:cs typeface="Calibri"/>
              <a:sym typeface="Calibri"/>
            </a:endParaRPr>
          </a:p>
          <a:p>
            <a:pPr indent="-304800" lvl="0" marL="457200" rtl="0" algn="just">
              <a:lnSpc>
                <a:spcPct val="107000"/>
              </a:lnSpc>
              <a:spcBef>
                <a:spcPts val="0"/>
              </a:spcBef>
              <a:spcAft>
                <a:spcPts val="0"/>
              </a:spcAft>
              <a:buSzPts val="1200"/>
              <a:buFont typeface="Cambria"/>
              <a:buChar char="∙"/>
            </a:pPr>
            <a:r>
              <a:t/>
            </a:r>
            <a:endParaRPr sz="1200">
              <a:latin typeface="Cambria"/>
              <a:ea typeface="Cambria"/>
              <a:cs typeface="Cambria"/>
              <a:sym typeface="Cambria"/>
            </a:endParaRPr>
          </a:p>
        </p:txBody>
      </p:sp>
      <p:sp>
        <p:nvSpPr>
          <p:cNvPr id="646" name="Google Shape;646;p79"/>
          <p:cNvSpPr txBox="1"/>
          <p:nvPr>
            <p:ph idx="1" type="body"/>
          </p:nvPr>
        </p:nvSpPr>
        <p:spPr>
          <a:xfrm>
            <a:off x="581200" y="1902979"/>
            <a:ext cx="8589300" cy="1170900"/>
          </a:xfrm>
          <a:prstGeom prst="rect">
            <a:avLst/>
          </a:prstGeom>
          <a:noFill/>
          <a:ln>
            <a:noFill/>
          </a:ln>
        </p:spPr>
        <p:txBody>
          <a:bodyPr anchorCtr="0" anchor="ctr" bIns="45700" lIns="91425" spcFirstLastPara="1" rIns="91425" wrap="square" tIns="45700">
            <a:normAutofit/>
          </a:bodyPr>
          <a:lstStyle/>
          <a:p>
            <a:pPr indent="-333753" lvl="0" marL="457200" rtl="0" algn="just">
              <a:lnSpc>
                <a:spcPct val="107000"/>
              </a:lnSpc>
              <a:spcBef>
                <a:spcPts val="0"/>
              </a:spcBef>
              <a:spcAft>
                <a:spcPts val="0"/>
              </a:spcAft>
              <a:buSzPts val="1656"/>
              <a:buChar char="●"/>
            </a:pPr>
            <a:r>
              <a:rPr lang="es-ES" sz="1564">
                <a:latin typeface="Cambria"/>
                <a:ea typeface="Cambria"/>
                <a:cs typeface="Cambria"/>
                <a:sym typeface="Cambria"/>
              </a:rPr>
              <a:t>Para el cliente móvil se debe crear la instancia que llame al codigo que esta en el proyecto .shared, por lo que el código se ve así:</a:t>
            </a:r>
            <a:endParaRPr>
              <a:latin typeface="Cambria"/>
              <a:ea typeface="Cambria"/>
              <a:cs typeface="Cambria"/>
              <a:sym typeface="Cambria"/>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0" name="Shape 650"/>
        <p:cNvGrpSpPr/>
        <p:nvPr/>
      </p:nvGrpSpPr>
      <p:grpSpPr>
        <a:xfrm>
          <a:off x="0" y="0"/>
          <a:ext cx="0" cy="0"/>
          <a:chOff x="0" y="0"/>
          <a:chExt cx="0" cy="0"/>
        </a:xfrm>
      </p:grpSpPr>
      <p:graphicFrame>
        <p:nvGraphicFramePr>
          <p:cNvPr id="651" name="Google Shape;651;p80"/>
          <p:cNvGraphicFramePr/>
          <p:nvPr/>
        </p:nvGraphicFramePr>
        <p:xfrm>
          <a:off x="2332838" y="2061638"/>
          <a:ext cx="3000000" cy="3000000"/>
        </p:xfrm>
        <a:graphic>
          <a:graphicData uri="http://schemas.openxmlformats.org/drawingml/2006/table">
            <a:tbl>
              <a:tblPr>
                <a:noFill/>
                <a:tableStyleId>{BF136021-7255-42B7-A7E7-87A8D8FFE9CA}</a:tableStyleId>
              </a:tblPr>
              <a:tblGrid>
                <a:gridCol w="6484300"/>
              </a:tblGrid>
              <a:tr h="4493000">
                <a:tc>
                  <a:txBody>
                    <a:bodyPr/>
                    <a:lstStyle/>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2. SERVICIOS CORE</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builder.Services.AddScoped&lt;ec.edu.monster.Servicios.EstadoAplicacion&gt;();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builder.Services.AddScoped&lt;ec.edu.monster.Servicios.FabricaEstrategiaBackend&gt;();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 3. ADAPTADORES (Igual que en la Web)</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builder.Services.AddScoped&lt;ec.edu.monster.Interfaces.IAdaptadorAutenticacion, ec.edu.monster.Adaptadores.AdaptadorAutenticacionJavaSoap&gt;();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builder.Services.AddScoped&lt;ec.edu.monster.Interfaces.IAdaptadorAutenticacion, ec.edu.monster.Adaptadores.AdaptadorAutenticacionDotNetSoap&gt;();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builder.Services.AddScoped&lt;ec.edu.monster.Interfaces.IAdaptadorAutenticacion, ec.edu.monster.Adaptadores.AdaptadorAutenticacionDotNetRest&gt;();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builder.Services.AddScoped&lt;ec.edu.monster.Interfaces.IAdaptadorAutenticacion, ec.edu.monster.Adaptadores.AdaptadorAutenticacionJavaRest&gt;();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builder.Services.AddScoped&lt;ec.edu.monster.Interfaces.IAdaptadorConversion, ec.edu.monster.Adaptadores.AdaptadorConversionJavaSoap&gt;();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builder.Services.AddScoped&lt;ec.edu.monster.Interfaces.IAdaptadorConversion, ec.edu.monster.Adaptadores.AdaptadorConversionDotNetSoap&gt;();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builder.Services.AddScoped&lt;ec.edu.monster.Interfaces.IAdaptadorConversion, ec.edu.monster.Adaptadores.AdaptadorConversionDotNetRest&gt;();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builder.Services.AddScoped&lt;ec.edu.monster.Interfaces.IAdaptadorConversion, ec.edu.monster.Adaptadores.AdaptadorConversionJavaRest&gt;();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#if DEBUG</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builder.Services.AddBlazorWebViewDeveloperTools();</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builder.Logging.AddDebug();</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#endif</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t/>
                      </a:r>
                      <a:endParaRPr sz="900">
                        <a:solidFill>
                          <a:srgbClr val="4F81BD"/>
                        </a:solidFill>
                        <a:latin typeface="Calibri"/>
                        <a:ea typeface="Calibri"/>
                        <a:cs typeface="Calibri"/>
                        <a:sym typeface="Calibri"/>
                      </a:endParaRPr>
                    </a:p>
                  </a:txBody>
                  <a:tcPr marT="63500" marB="63500" marR="63500" marL="63500"/>
                </a:tc>
              </a:tr>
            </a:tbl>
          </a:graphicData>
        </a:graphic>
      </p:graphicFrame>
      <p:sp>
        <p:nvSpPr>
          <p:cNvPr id="652" name="Google Shape;652;p80"/>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653" name="Google Shape;653;p80"/>
          <p:cNvSpPr/>
          <p:nvPr/>
        </p:nvSpPr>
        <p:spPr>
          <a:xfrm>
            <a:off x="9383697" y="0"/>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400"/>
              <a:buFont typeface="Arial"/>
              <a:buNone/>
            </a:pPr>
            <a:r>
              <a:t/>
            </a:r>
            <a:endParaRPr/>
          </a:p>
          <a:p>
            <a:pPr indent="-306000" lvl="0" marL="3060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DESARROLLO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SERVIDOR RESTful</a:t>
            </a:r>
            <a:endParaRPr>
              <a:solidFill>
                <a:schemeClr val="lt1"/>
              </a:solidFill>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12096" lvl="1" marL="763200" rtl="0" algn="l">
              <a:spcBef>
                <a:spcPts val="840"/>
              </a:spcBef>
              <a:spcAft>
                <a:spcPts val="0"/>
              </a:spcAft>
              <a:buClr>
                <a:schemeClr val="accent2"/>
              </a:buClr>
              <a:buSzPts val="1200"/>
              <a:buFont typeface="Gill Sans"/>
              <a:buChar char="◼"/>
            </a:pPr>
            <a:r>
              <a:rPr b="1" lang="es-ES" sz="1200">
                <a:solidFill>
                  <a:schemeClr val="lt1"/>
                </a:solidFill>
                <a:latin typeface="Gill Sans"/>
                <a:ea typeface="Gill Sans"/>
                <a:cs typeface="Gill Sans"/>
                <a:sym typeface="Gill Sans"/>
              </a:rPr>
              <a:t>CREACIÓN DEL PROYECTO MAUI</a:t>
            </a:r>
            <a:endParaRPr b="1" sz="1200">
              <a:solidFill>
                <a:schemeClr val="lt1"/>
              </a:solidFill>
              <a:latin typeface="Gill Sans"/>
              <a:ea typeface="Gill Sans"/>
              <a:cs typeface="Gill Sans"/>
              <a:sym typeface="Gill Sans"/>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p>
          <a:p>
            <a:pPr indent="-306000" lvl="1" marL="763200" rtl="0" algn="l">
              <a:spcBef>
                <a:spcPts val="840"/>
              </a:spcBef>
              <a:spcAft>
                <a:spcPts val="0"/>
              </a:spcAft>
              <a:buClr>
                <a:srgbClr val="FFFF00"/>
              </a:buClr>
              <a:buSzPts val="1104"/>
              <a:buFont typeface="Noto Sans Symbols"/>
              <a:buChar char="◼"/>
            </a:pPr>
            <a:r>
              <a:rPr b="1" lang="es-ES" sz="1200">
                <a:solidFill>
                  <a:srgbClr val="FFFF00"/>
                </a:solidFill>
                <a:latin typeface="Gill Sans"/>
                <a:ea typeface="Gill Sans"/>
                <a:cs typeface="Gill Sans"/>
                <a:sym typeface="Gill Sans"/>
              </a:rPr>
              <a:t>CREACIÓN DEL PROYECTO – CLIENTE MOVIL</a:t>
            </a:r>
            <a:endParaRPr>
              <a:solidFill>
                <a:srgbClr val="FFFF00"/>
              </a:solidFill>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CONCLUSIONES</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RECOMENDACIONES</a:t>
            </a:r>
            <a:endParaRPr/>
          </a:p>
          <a:p>
            <a:pPr indent="0" lvl="0" marL="457200" rtl="0" algn="l">
              <a:spcBef>
                <a:spcPts val="840"/>
              </a:spcBef>
              <a:spcAft>
                <a:spcPts val="0"/>
              </a:spcAft>
              <a:buClr>
                <a:srgbClr val="000000"/>
              </a:buClr>
              <a:buSzPts val="1400"/>
              <a:buFont typeface="Arial"/>
              <a:buNone/>
            </a:pPr>
            <a:r>
              <a:t/>
            </a:r>
            <a:endParaRPr/>
          </a:p>
          <a:p>
            <a:pPr indent="0" lvl="0" marL="457200" rtl="0" algn="l">
              <a:spcBef>
                <a:spcPts val="840"/>
              </a:spcBef>
              <a:spcAft>
                <a:spcPts val="0"/>
              </a:spcAft>
              <a:buClr>
                <a:srgbClr val="000000"/>
              </a:buClr>
              <a:buSzPts val="1400"/>
              <a:buFont typeface="Arial"/>
              <a:buNone/>
            </a:pPr>
            <a:r>
              <a:t/>
            </a:r>
            <a:endParaRPr/>
          </a:p>
          <a:p>
            <a:pPr indent="0" lvl="0" marL="457200" marR="0" rtl="0" algn="l">
              <a:lnSpc>
                <a:spcPct val="100000"/>
              </a:lnSpc>
              <a:spcBef>
                <a:spcPts val="840"/>
              </a:spcBef>
              <a:spcAft>
                <a:spcPts val="0"/>
              </a:spcAft>
              <a:buClr>
                <a:srgbClr val="000000"/>
              </a:buClr>
              <a:buSzPts val="1400"/>
              <a:buFont typeface="Arial"/>
              <a:buNone/>
            </a:pPr>
            <a:r>
              <a:t/>
            </a:r>
            <a:endParaRPr/>
          </a:p>
        </p:txBody>
      </p:sp>
      <p:sp>
        <p:nvSpPr>
          <p:cNvPr id="654" name="Google Shape;654;p80"/>
          <p:cNvSpPr txBox="1"/>
          <p:nvPr>
            <p:ph idx="1" type="body"/>
          </p:nvPr>
        </p:nvSpPr>
        <p:spPr>
          <a:xfrm>
            <a:off x="122575" y="2429475"/>
            <a:ext cx="1643700" cy="3877800"/>
          </a:xfrm>
          <a:prstGeom prst="rect">
            <a:avLst/>
          </a:prstGeom>
          <a:noFill/>
          <a:ln>
            <a:noFill/>
          </a:ln>
        </p:spPr>
        <p:txBody>
          <a:bodyPr anchorCtr="0" anchor="ctr" bIns="45700" lIns="91425" spcFirstLastPara="1" rIns="91425" wrap="square" tIns="45700">
            <a:normAutofit/>
          </a:bodyPr>
          <a:lstStyle/>
          <a:p>
            <a:pPr indent="-327406" lvl="0" marL="457200" rtl="0" algn="l">
              <a:lnSpc>
                <a:spcPct val="150000"/>
              </a:lnSpc>
              <a:spcBef>
                <a:spcPts val="0"/>
              </a:spcBef>
              <a:spcAft>
                <a:spcPts val="0"/>
              </a:spcAft>
              <a:buSzPts val="1556"/>
              <a:buChar char="∙"/>
            </a:pPr>
            <a:r>
              <a:rPr lang="es-ES" sz="1100">
                <a:solidFill>
                  <a:schemeClr val="dk1"/>
                </a:solidFill>
                <a:latin typeface="Calibri"/>
                <a:ea typeface="Calibri"/>
                <a:cs typeface="Calibri"/>
                <a:sym typeface="Calibri"/>
              </a:rPr>
              <a:t>A continuación se detallarán las clases principales con su código fuente.</a:t>
            </a:r>
            <a:endParaRPr sz="1100">
              <a:solidFill>
                <a:schemeClr val="dk1"/>
              </a:solidFill>
              <a:latin typeface="Calibri"/>
              <a:ea typeface="Calibri"/>
              <a:cs typeface="Calibri"/>
              <a:sym typeface="Calibri"/>
            </a:endParaRPr>
          </a:p>
          <a:p>
            <a:pPr indent="-304800" lvl="0" marL="457200" rtl="0" algn="just">
              <a:lnSpc>
                <a:spcPct val="107000"/>
              </a:lnSpc>
              <a:spcBef>
                <a:spcPts val="0"/>
              </a:spcBef>
              <a:spcAft>
                <a:spcPts val="0"/>
              </a:spcAft>
              <a:buSzPts val="1200"/>
              <a:buFont typeface="Cambria"/>
              <a:buChar char="∙"/>
            </a:pPr>
            <a:r>
              <a:t/>
            </a:r>
            <a:endParaRPr sz="1200">
              <a:latin typeface="Cambria"/>
              <a:ea typeface="Cambria"/>
              <a:cs typeface="Cambria"/>
              <a:sym typeface="Cambria"/>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8" name="Shape 658"/>
        <p:cNvGrpSpPr/>
        <p:nvPr/>
      </p:nvGrpSpPr>
      <p:grpSpPr>
        <a:xfrm>
          <a:off x="0" y="0"/>
          <a:ext cx="0" cy="0"/>
          <a:chOff x="0" y="0"/>
          <a:chExt cx="0" cy="0"/>
        </a:xfrm>
      </p:grpSpPr>
      <p:graphicFrame>
        <p:nvGraphicFramePr>
          <p:cNvPr id="659" name="Google Shape;659;p81"/>
          <p:cNvGraphicFramePr/>
          <p:nvPr/>
        </p:nvGraphicFramePr>
        <p:xfrm>
          <a:off x="2332825" y="1795025"/>
          <a:ext cx="3000000" cy="3000000"/>
        </p:xfrm>
        <a:graphic>
          <a:graphicData uri="http://schemas.openxmlformats.org/drawingml/2006/table">
            <a:tbl>
              <a:tblPr>
                <a:noFill/>
                <a:tableStyleId>{BF136021-7255-42B7-A7E7-87A8D8FFE9CA}</a:tableStyleId>
              </a:tblPr>
              <a:tblGrid>
                <a:gridCol w="6484300"/>
              </a:tblGrid>
              <a:tr h="4493000">
                <a:tc>
                  <a:txBody>
                    <a:bodyPr/>
                    <a:lstStyle/>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 --- AUTENTICACIÓN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 EL REAL (Java SOAP):</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builder.Services.AddScoped&lt;ec.edu.monster.Interfaces.IAdaptadorAutenticacion, ec.edu.monster.Adaptadores.AdaptadorAutenticacionJavaSoap&gt;();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 LOS MOCKS (Para los que aún no construimos):</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builder.Services.AddScoped&lt;ec.edu.monster.Interfaces.IAdaptadorAutenticacion&gt;(sp =&gt; new ec.edu.monster.Adaptadores.AdaptadorAutenticacionMock(ec.edu.monster.Modelos.TipoBackend.JavaRest));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builder.Services.AddScoped&lt;ec.edu.monster.Interfaces.IAdaptadorAutenticacion&gt;(sp =&gt; new ec.edu.monster.Adaptadores.AdaptadorAutenticacionMock(ec.edu.monster.Modelos.TipoBackend.DotNetSoap));</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builder.Services.AddScoped&lt;ec.edu.monster.Interfaces.IAdaptadorAutenticacion&gt;(sp =&gt; new ec.edu.monster.Adaptadores.AdaptadorAutenticacionMock(ec.edu.monster.Modelos.TipoBackend.DotNetRest));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 --- CONVERSIÓN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 EL REAL (Java SOAP):</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builder.Services.AddScoped&lt;ec.edu.monster.Interfaces.IAdaptadorConversion, ec.edu.monster.Adaptadores.AdaptadorConversionJavaSoap&gt;();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 LOS MOCKS:</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builder.Services.AddScoped&lt;ec.edu.monster.Interfaces.IAdaptadorConversion&gt;(sp =&gt; new ec.edu.monster.Adaptadores.AdaptadorConversionMock(ec.edu.monster.Modelos.TipoBackend.JavaRest));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builder.Services.AddScoped&lt;ec.edu.monster.Interfaces.IAdaptadorConversion&gt;(sp =&gt; new ec.edu.monster.Adaptadores.AdaptadorConversionMock(ec.edu.monster.Modelos.TipoBackend.DotNetSoap));</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builder.Services.AddScoped&lt;ec.edu.monster.Interfaces.IAdaptadorConversion&gt;(sp =&gt; new ec.edu.monster.Adaptadores.AdaptadorConversionMock(ec.edu.monster.Modelos.TipoBackend.DotNetRest));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return builder.Build();</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rPr lang="es-ES" sz="900">
                          <a:solidFill>
                            <a:srgbClr val="4F81BD"/>
                          </a:solidFill>
                          <a:latin typeface="Calibri"/>
                          <a:ea typeface="Calibri"/>
                          <a:cs typeface="Calibri"/>
                          <a:sym typeface="Calibri"/>
                        </a:rPr>
                        <a:t>}</a:t>
                      </a:r>
                      <a:endParaRPr sz="900">
                        <a:solidFill>
                          <a:srgbClr val="4F81BD"/>
                        </a:solidFill>
                        <a:latin typeface="Calibri"/>
                        <a:ea typeface="Calibri"/>
                        <a:cs typeface="Calibri"/>
                        <a:sym typeface="Calibri"/>
                      </a:endParaRPr>
                    </a:p>
                    <a:p>
                      <a:pPr indent="0" lvl="0" marL="0" rtl="0" algn="l">
                        <a:lnSpc>
                          <a:spcPct val="120000"/>
                        </a:lnSpc>
                        <a:spcBef>
                          <a:spcPts val="0"/>
                        </a:spcBef>
                        <a:spcAft>
                          <a:spcPts val="0"/>
                        </a:spcAft>
                        <a:buNone/>
                      </a:pPr>
                      <a:r>
                        <a:t/>
                      </a:r>
                      <a:endParaRPr sz="900">
                        <a:solidFill>
                          <a:srgbClr val="4F81BD"/>
                        </a:solidFill>
                        <a:latin typeface="Calibri"/>
                        <a:ea typeface="Calibri"/>
                        <a:cs typeface="Calibri"/>
                        <a:sym typeface="Calibri"/>
                      </a:endParaRPr>
                    </a:p>
                  </a:txBody>
                  <a:tcPr marT="63500" marB="63500" marR="63500" marL="63500"/>
                </a:tc>
              </a:tr>
            </a:tbl>
          </a:graphicData>
        </a:graphic>
      </p:graphicFrame>
      <p:sp>
        <p:nvSpPr>
          <p:cNvPr id="660" name="Google Shape;660;p81"/>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661" name="Google Shape;661;p81"/>
          <p:cNvSpPr/>
          <p:nvPr/>
        </p:nvSpPr>
        <p:spPr>
          <a:xfrm>
            <a:off x="9383697" y="0"/>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400"/>
              <a:buFont typeface="Arial"/>
              <a:buNone/>
            </a:pPr>
            <a:r>
              <a:t/>
            </a:r>
            <a:endParaRPr/>
          </a:p>
          <a:p>
            <a:pPr indent="-306000" lvl="0" marL="3060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DESARROLLO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SERVIDOR RESTful</a:t>
            </a:r>
            <a:endParaRPr>
              <a:solidFill>
                <a:schemeClr val="lt1"/>
              </a:solidFill>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12096" lvl="1" marL="763200" rtl="0" algn="l">
              <a:spcBef>
                <a:spcPts val="840"/>
              </a:spcBef>
              <a:spcAft>
                <a:spcPts val="0"/>
              </a:spcAft>
              <a:buClr>
                <a:schemeClr val="accent2"/>
              </a:buClr>
              <a:buSzPts val="1200"/>
              <a:buFont typeface="Gill Sans"/>
              <a:buChar char="◼"/>
            </a:pPr>
            <a:r>
              <a:rPr b="1" lang="es-ES" sz="1200">
                <a:solidFill>
                  <a:schemeClr val="lt1"/>
                </a:solidFill>
                <a:latin typeface="Gill Sans"/>
                <a:ea typeface="Gill Sans"/>
                <a:cs typeface="Gill Sans"/>
                <a:sym typeface="Gill Sans"/>
              </a:rPr>
              <a:t>CREACIÓN DEL PROYECTO MAUI</a:t>
            </a:r>
            <a:endParaRPr b="1" sz="1200">
              <a:solidFill>
                <a:schemeClr val="lt1"/>
              </a:solidFill>
              <a:latin typeface="Gill Sans"/>
              <a:ea typeface="Gill Sans"/>
              <a:cs typeface="Gill Sans"/>
              <a:sym typeface="Gill Sans"/>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p>
          <a:p>
            <a:pPr indent="-306000" lvl="1" marL="763200" rtl="0" algn="l">
              <a:spcBef>
                <a:spcPts val="840"/>
              </a:spcBef>
              <a:spcAft>
                <a:spcPts val="0"/>
              </a:spcAft>
              <a:buClr>
                <a:srgbClr val="FFFF00"/>
              </a:buClr>
              <a:buSzPts val="1104"/>
              <a:buFont typeface="Noto Sans Symbols"/>
              <a:buChar char="◼"/>
            </a:pPr>
            <a:r>
              <a:rPr b="1" lang="es-ES" sz="1200">
                <a:solidFill>
                  <a:srgbClr val="FFFF00"/>
                </a:solidFill>
                <a:latin typeface="Gill Sans"/>
                <a:ea typeface="Gill Sans"/>
                <a:cs typeface="Gill Sans"/>
                <a:sym typeface="Gill Sans"/>
              </a:rPr>
              <a:t>CREACIÓN DEL PROYECTO – CLIENTE MOVIL</a:t>
            </a:r>
            <a:endParaRPr>
              <a:solidFill>
                <a:srgbClr val="FFFF00"/>
              </a:solidFill>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CONCLUSIONES</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RECOMENDACIONES</a:t>
            </a:r>
            <a:endParaRPr/>
          </a:p>
          <a:p>
            <a:pPr indent="0" lvl="0" marL="457200" rtl="0" algn="l">
              <a:spcBef>
                <a:spcPts val="840"/>
              </a:spcBef>
              <a:spcAft>
                <a:spcPts val="0"/>
              </a:spcAft>
              <a:buClr>
                <a:srgbClr val="000000"/>
              </a:buClr>
              <a:buSzPts val="1400"/>
              <a:buFont typeface="Arial"/>
              <a:buNone/>
            </a:pPr>
            <a:r>
              <a:t/>
            </a:r>
            <a:endParaRPr/>
          </a:p>
          <a:p>
            <a:pPr indent="0" lvl="0" marL="457200" rtl="0" algn="l">
              <a:spcBef>
                <a:spcPts val="840"/>
              </a:spcBef>
              <a:spcAft>
                <a:spcPts val="0"/>
              </a:spcAft>
              <a:buClr>
                <a:srgbClr val="000000"/>
              </a:buClr>
              <a:buSzPts val="1400"/>
              <a:buFont typeface="Arial"/>
              <a:buNone/>
            </a:pPr>
            <a:r>
              <a:t/>
            </a:r>
            <a:endParaRPr/>
          </a:p>
          <a:p>
            <a:pPr indent="0" lvl="0" marL="457200" marR="0" rtl="0" algn="l">
              <a:lnSpc>
                <a:spcPct val="100000"/>
              </a:lnSpc>
              <a:spcBef>
                <a:spcPts val="840"/>
              </a:spcBef>
              <a:spcAft>
                <a:spcPts val="0"/>
              </a:spcAft>
              <a:buClr>
                <a:srgbClr val="000000"/>
              </a:buClr>
              <a:buSzPts val="1400"/>
              <a:buFont typeface="Arial"/>
              <a:buNone/>
            </a:pPr>
            <a:r>
              <a:t/>
            </a:r>
            <a:endParaRPr/>
          </a:p>
        </p:txBody>
      </p:sp>
      <p:sp>
        <p:nvSpPr>
          <p:cNvPr id="662" name="Google Shape;662;p81"/>
          <p:cNvSpPr txBox="1"/>
          <p:nvPr>
            <p:ph idx="1" type="body"/>
          </p:nvPr>
        </p:nvSpPr>
        <p:spPr>
          <a:xfrm>
            <a:off x="122575" y="2429475"/>
            <a:ext cx="1643700" cy="3877800"/>
          </a:xfrm>
          <a:prstGeom prst="rect">
            <a:avLst/>
          </a:prstGeom>
          <a:noFill/>
          <a:ln>
            <a:noFill/>
          </a:ln>
        </p:spPr>
        <p:txBody>
          <a:bodyPr anchorCtr="0" anchor="ctr" bIns="45700" lIns="91425" spcFirstLastPara="1" rIns="91425" wrap="square" tIns="45700">
            <a:normAutofit/>
          </a:bodyPr>
          <a:lstStyle/>
          <a:p>
            <a:pPr indent="-327406" lvl="0" marL="457200" rtl="0" algn="l">
              <a:lnSpc>
                <a:spcPct val="150000"/>
              </a:lnSpc>
              <a:spcBef>
                <a:spcPts val="0"/>
              </a:spcBef>
              <a:spcAft>
                <a:spcPts val="0"/>
              </a:spcAft>
              <a:buSzPts val="1556"/>
              <a:buChar char="∙"/>
            </a:pPr>
            <a:r>
              <a:rPr lang="es-ES" sz="1100">
                <a:solidFill>
                  <a:schemeClr val="dk1"/>
                </a:solidFill>
                <a:latin typeface="Calibri"/>
                <a:ea typeface="Calibri"/>
                <a:cs typeface="Calibri"/>
                <a:sym typeface="Calibri"/>
              </a:rPr>
              <a:t>A continuación se detallarán las clases principales con su código fuente.</a:t>
            </a:r>
            <a:endParaRPr sz="1100">
              <a:solidFill>
                <a:schemeClr val="dk1"/>
              </a:solidFill>
              <a:latin typeface="Calibri"/>
              <a:ea typeface="Calibri"/>
              <a:cs typeface="Calibri"/>
              <a:sym typeface="Calibri"/>
            </a:endParaRPr>
          </a:p>
          <a:p>
            <a:pPr indent="-304800" lvl="0" marL="457200" rtl="0" algn="just">
              <a:lnSpc>
                <a:spcPct val="107000"/>
              </a:lnSpc>
              <a:spcBef>
                <a:spcPts val="0"/>
              </a:spcBef>
              <a:spcAft>
                <a:spcPts val="0"/>
              </a:spcAft>
              <a:buSzPts val="1200"/>
              <a:buFont typeface="Cambria"/>
              <a:buChar char="∙"/>
            </a:pPr>
            <a:r>
              <a:t/>
            </a:r>
            <a:endParaRPr sz="1200">
              <a:latin typeface="Cambria"/>
              <a:ea typeface="Cambria"/>
              <a:cs typeface="Cambria"/>
              <a:sym typeface="Cambria"/>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6" name="Shape 666"/>
        <p:cNvGrpSpPr/>
        <p:nvPr/>
      </p:nvGrpSpPr>
      <p:grpSpPr>
        <a:xfrm>
          <a:off x="0" y="0"/>
          <a:ext cx="0" cy="0"/>
          <a:chOff x="0" y="0"/>
          <a:chExt cx="0" cy="0"/>
        </a:xfrm>
      </p:grpSpPr>
      <p:sp>
        <p:nvSpPr>
          <p:cNvPr id="667" name="Google Shape;667;p82"/>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668" name="Google Shape;668;p82"/>
          <p:cNvSpPr/>
          <p:nvPr/>
        </p:nvSpPr>
        <p:spPr>
          <a:xfrm>
            <a:off x="9383697" y="14347"/>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chemeClr val="dk1"/>
              </a:buClr>
              <a:buSzPts val="1400"/>
              <a:buFont typeface="Arial"/>
              <a:buNone/>
            </a:pPr>
            <a:r>
              <a:t/>
            </a:r>
            <a:endParaRPr>
              <a:solidFill>
                <a:schemeClr val="dk1"/>
              </a:solidFill>
            </a:endParaRPr>
          </a:p>
          <a:p>
            <a:pPr indent="-306000" lvl="0" marL="306000" rtl="0" algn="l">
              <a:spcBef>
                <a:spcPts val="840"/>
              </a:spcBef>
              <a:spcAft>
                <a:spcPts val="0"/>
              </a:spcAft>
              <a:buClr>
                <a:schemeClr val="accent2"/>
              </a:buClr>
              <a:buSzPts val="1104"/>
              <a:buFont typeface="Noto Sans Symbols"/>
              <a:buChar char="◼"/>
            </a:pPr>
            <a:r>
              <a:rPr b="1" lang="es-ES" sz="1200">
                <a:solidFill>
                  <a:srgbClr val="FFFF00"/>
                </a:solidFill>
                <a:latin typeface="Gill Sans"/>
                <a:ea typeface="Gill Sans"/>
                <a:cs typeface="Gill Sans"/>
                <a:sym typeface="Gill Sans"/>
              </a:rPr>
              <a:t>DESARROLLO</a:t>
            </a:r>
            <a:endParaRPr>
              <a:solidFill>
                <a:schemeClr val="dk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SERVIDOR RESTful</a:t>
            </a:r>
            <a:endParaRPr>
              <a:solidFill>
                <a:schemeClr val="lt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12096" lvl="1" marL="763200" rtl="0" algn="l">
              <a:spcBef>
                <a:spcPts val="840"/>
              </a:spcBef>
              <a:spcAft>
                <a:spcPts val="0"/>
              </a:spcAft>
              <a:buClr>
                <a:schemeClr val="accent2"/>
              </a:buClr>
              <a:buSzPts val="1200"/>
              <a:buFont typeface="Gill Sans"/>
              <a:buChar char="◼"/>
            </a:pPr>
            <a:r>
              <a:rPr b="1" lang="es-ES" sz="1200">
                <a:solidFill>
                  <a:schemeClr val="lt1"/>
                </a:solidFill>
                <a:latin typeface="Gill Sans"/>
                <a:ea typeface="Gill Sans"/>
                <a:cs typeface="Gill Sans"/>
                <a:sym typeface="Gill Sans"/>
              </a:rPr>
              <a:t>CREACIÓN DEL PROYECTO MAUI</a:t>
            </a:r>
            <a:endParaRPr b="1" sz="1200">
              <a:solidFill>
                <a:schemeClr val="lt1"/>
              </a:solidFill>
              <a:latin typeface="Gill Sans"/>
              <a:ea typeface="Gill Sans"/>
              <a:cs typeface="Gill Sans"/>
              <a:sym typeface="Gill Sans"/>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solidFill>
                <a:schemeClr val="dk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solidFill>
                <a:schemeClr val="dk1"/>
              </a:solidFill>
            </a:endParaRPr>
          </a:p>
          <a:p>
            <a:pPr indent="-306000" lvl="1" marL="763200" rtl="0" algn="l">
              <a:spcBef>
                <a:spcPts val="840"/>
              </a:spcBef>
              <a:spcAft>
                <a:spcPts val="0"/>
              </a:spcAft>
              <a:buClr>
                <a:srgbClr val="FFFF00"/>
              </a:buClr>
              <a:buSzPts val="1104"/>
              <a:buFont typeface="Noto Sans Symbols"/>
              <a:buChar char="◼"/>
            </a:pPr>
            <a:r>
              <a:rPr b="1" lang="es-ES" sz="1200">
                <a:solidFill>
                  <a:srgbClr val="FFFF00"/>
                </a:solidFill>
                <a:latin typeface="Gill Sans"/>
                <a:ea typeface="Gill Sans"/>
                <a:cs typeface="Gill Sans"/>
                <a:sym typeface="Gill Sans"/>
              </a:rPr>
              <a:t>CREACIÓN DEL PROYECTO – CLIENTE MOVIL</a:t>
            </a:r>
            <a:endParaRPr>
              <a:solidFill>
                <a:srgbClr val="FFFF00"/>
              </a:solidFill>
            </a:endParaRPr>
          </a:p>
          <a:p>
            <a:pPr indent="-306000" lvl="0" marL="3060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CONCLUSIONES</a:t>
            </a:r>
            <a:endParaRPr>
              <a:solidFill>
                <a:schemeClr val="dk1"/>
              </a:solidFill>
            </a:endParaRPr>
          </a:p>
          <a:p>
            <a:pPr indent="-306000" lvl="0" marL="3060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RECOMENDACIONES</a:t>
            </a:r>
            <a:endParaRPr>
              <a:solidFill>
                <a:schemeClr val="dk1"/>
              </a:solidFill>
            </a:endParaRPr>
          </a:p>
          <a:p>
            <a:pPr indent="0" lvl="0" marL="457200" rtl="0" algn="l">
              <a:spcBef>
                <a:spcPts val="840"/>
              </a:spcBef>
              <a:spcAft>
                <a:spcPts val="0"/>
              </a:spcAft>
              <a:buClr>
                <a:schemeClr val="dk1"/>
              </a:buClr>
              <a:buSzPts val="1400"/>
              <a:buFont typeface="Arial"/>
              <a:buNone/>
            </a:pPr>
            <a:r>
              <a:t/>
            </a:r>
            <a:endParaRPr>
              <a:solidFill>
                <a:schemeClr val="dk1"/>
              </a:solidFill>
            </a:endParaRPr>
          </a:p>
          <a:p>
            <a:pPr indent="0" lvl="0" marL="457200" rtl="0" algn="l">
              <a:spcBef>
                <a:spcPts val="840"/>
              </a:spcBef>
              <a:spcAft>
                <a:spcPts val="0"/>
              </a:spcAft>
              <a:buClr>
                <a:schemeClr val="dk1"/>
              </a:buClr>
              <a:buSzPts val="1400"/>
              <a:buFont typeface="Arial"/>
              <a:buNone/>
            </a:pPr>
            <a:r>
              <a:t/>
            </a:r>
            <a:endParaRPr>
              <a:solidFill>
                <a:schemeClr val="dk1"/>
              </a:solidFill>
            </a:endParaRPr>
          </a:p>
          <a:p>
            <a:pPr indent="0" lvl="0" marL="457200" rtl="0" algn="l">
              <a:spcBef>
                <a:spcPts val="840"/>
              </a:spcBef>
              <a:spcAft>
                <a:spcPts val="0"/>
              </a:spcAft>
              <a:buClr>
                <a:schemeClr val="dk1"/>
              </a:buClr>
              <a:buSzPts val="1400"/>
              <a:buFont typeface="Arial"/>
              <a:buNone/>
            </a:pPr>
            <a:r>
              <a:t/>
            </a:r>
            <a:endParaRPr>
              <a:solidFill>
                <a:schemeClr val="dk1"/>
              </a:solidFill>
            </a:endParaRPr>
          </a:p>
          <a:p>
            <a:pPr indent="0" lvl="0" marL="457200" marR="0" rtl="0" algn="l">
              <a:lnSpc>
                <a:spcPct val="100000"/>
              </a:lnSpc>
              <a:spcBef>
                <a:spcPts val="840"/>
              </a:spcBef>
              <a:spcAft>
                <a:spcPts val="0"/>
              </a:spcAft>
              <a:buClr>
                <a:srgbClr val="000000"/>
              </a:buClr>
              <a:buSzPts val="1400"/>
              <a:buFont typeface="Arial"/>
              <a:buNone/>
            </a:pPr>
            <a:r>
              <a:t/>
            </a:r>
            <a:endParaRPr>
              <a:solidFill>
                <a:schemeClr val="dk1"/>
              </a:solidFill>
            </a:endParaRPr>
          </a:p>
        </p:txBody>
      </p:sp>
      <p:sp>
        <p:nvSpPr>
          <p:cNvPr id="669" name="Google Shape;669;p82"/>
          <p:cNvSpPr txBox="1"/>
          <p:nvPr/>
        </p:nvSpPr>
        <p:spPr>
          <a:xfrm>
            <a:off x="636600" y="1868349"/>
            <a:ext cx="8576700" cy="742200"/>
          </a:xfrm>
          <a:prstGeom prst="rect">
            <a:avLst/>
          </a:prstGeom>
          <a:noFill/>
          <a:ln>
            <a:noFill/>
          </a:ln>
        </p:spPr>
        <p:txBody>
          <a:bodyPr anchorCtr="0" anchor="ctr" bIns="45700" lIns="91425" spcFirstLastPara="1" rIns="91425" wrap="square" tIns="45700">
            <a:normAutofit/>
          </a:bodyPr>
          <a:lstStyle/>
          <a:p>
            <a:pPr indent="-355600" lvl="0" marL="457200" marR="0" rtl="0" algn="just">
              <a:lnSpc>
                <a:spcPct val="107000"/>
              </a:lnSpc>
              <a:spcBef>
                <a:spcPts val="0"/>
              </a:spcBef>
              <a:spcAft>
                <a:spcPts val="0"/>
              </a:spcAft>
              <a:buClr>
                <a:srgbClr val="3D3D3D"/>
              </a:buClr>
              <a:buSzPts val="2000"/>
              <a:buFont typeface="Cambria"/>
              <a:buChar char="∙"/>
            </a:pPr>
            <a:r>
              <a:rPr b="1" lang="es-ES" sz="1800">
                <a:solidFill>
                  <a:srgbClr val="3D3D3D"/>
                </a:solidFill>
                <a:latin typeface="Cambria"/>
                <a:ea typeface="Cambria"/>
                <a:cs typeface="Cambria"/>
                <a:sym typeface="Cambria"/>
              </a:rPr>
              <a:t>Vista login</a:t>
            </a:r>
            <a:endParaRPr b="0" i="0" sz="2000" u="none" cap="none" strike="noStrike">
              <a:solidFill>
                <a:srgbClr val="3D3D3D"/>
              </a:solidFill>
              <a:latin typeface="Cambria"/>
              <a:ea typeface="Cambria"/>
              <a:cs typeface="Cambria"/>
              <a:sym typeface="Cambria"/>
            </a:endParaRPr>
          </a:p>
        </p:txBody>
      </p:sp>
      <p:pic>
        <p:nvPicPr>
          <p:cNvPr id="670" name="Google Shape;670;p82"/>
          <p:cNvPicPr preferRelativeResize="0"/>
          <p:nvPr/>
        </p:nvPicPr>
        <p:blipFill>
          <a:blip r:embed="rId3">
            <a:alphaModFix/>
          </a:blip>
          <a:stretch>
            <a:fillRect/>
          </a:stretch>
        </p:blipFill>
        <p:spPr>
          <a:xfrm>
            <a:off x="3843225" y="1715850"/>
            <a:ext cx="2484925" cy="4902400"/>
          </a:xfrm>
          <a:prstGeom prst="rect">
            <a:avLst/>
          </a:prstGeom>
          <a:noFill/>
          <a:ln>
            <a:noFill/>
          </a:ln>
        </p:spPr>
      </p:pic>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4" name="Shape 674"/>
        <p:cNvGrpSpPr/>
        <p:nvPr/>
      </p:nvGrpSpPr>
      <p:grpSpPr>
        <a:xfrm>
          <a:off x="0" y="0"/>
          <a:ext cx="0" cy="0"/>
          <a:chOff x="0" y="0"/>
          <a:chExt cx="0" cy="0"/>
        </a:xfrm>
      </p:grpSpPr>
      <p:sp>
        <p:nvSpPr>
          <p:cNvPr id="675" name="Google Shape;675;p83"/>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676" name="Google Shape;676;p83"/>
          <p:cNvSpPr/>
          <p:nvPr/>
        </p:nvSpPr>
        <p:spPr>
          <a:xfrm>
            <a:off x="9383697" y="14347"/>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chemeClr val="dk1"/>
              </a:buClr>
              <a:buSzPts val="1400"/>
              <a:buFont typeface="Arial"/>
              <a:buNone/>
            </a:pPr>
            <a:r>
              <a:t/>
            </a:r>
            <a:endParaRPr>
              <a:solidFill>
                <a:schemeClr val="dk1"/>
              </a:solidFill>
            </a:endParaRPr>
          </a:p>
          <a:p>
            <a:pPr indent="-306000" lvl="0" marL="306000" rtl="0" algn="l">
              <a:spcBef>
                <a:spcPts val="840"/>
              </a:spcBef>
              <a:spcAft>
                <a:spcPts val="0"/>
              </a:spcAft>
              <a:buClr>
                <a:schemeClr val="accent2"/>
              </a:buClr>
              <a:buSzPts val="1104"/>
              <a:buFont typeface="Noto Sans Symbols"/>
              <a:buChar char="◼"/>
            </a:pPr>
            <a:r>
              <a:rPr b="1" lang="es-ES" sz="1200">
                <a:solidFill>
                  <a:srgbClr val="FFFF00"/>
                </a:solidFill>
                <a:latin typeface="Gill Sans"/>
                <a:ea typeface="Gill Sans"/>
                <a:cs typeface="Gill Sans"/>
                <a:sym typeface="Gill Sans"/>
              </a:rPr>
              <a:t>DESARROLLO</a:t>
            </a:r>
            <a:endParaRPr>
              <a:solidFill>
                <a:schemeClr val="dk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SERVIDOR RESTful</a:t>
            </a:r>
            <a:endParaRPr>
              <a:solidFill>
                <a:schemeClr val="lt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12096" lvl="1" marL="763200" rtl="0" algn="l">
              <a:spcBef>
                <a:spcPts val="840"/>
              </a:spcBef>
              <a:spcAft>
                <a:spcPts val="0"/>
              </a:spcAft>
              <a:buClr>
                <a:schemeClr val="accent2"/>
              </a:buClr>
              <a:buSzPts val="1200"/>
              <a:buFont typeface="Gill Sans"/>
              <a:buChar char="◼"/>
            </a:pPr>
            <a:r>
              <a:rPr b="1" lang="es-ES" sz="1200">
                <a:solidFill>
                  <a:schemeClr val="lt1"/>
                </a:solidFill>
                <a:latin typeface="Gill Sans"/>
                <a:ea typeface="Gill Sans"/>
                <a:cs typeface="Gill Sans"/>
                <a:sym typeface="Gill Sans"/>
              </a:rPr>
              <a:t>CREACIÓN DEL PROYECTO MAUI</a:t>
            </a:r>
            <a:endParaRPr b="1" sz="1200">
              <a:solidFill>
                <a:schemeClr val="lt1"/>
              </a:solidFill>
              <a:latin typeface="Gill Sans"/>
              <a:ea typeface="Gill Sans"/>
              <a:cs typeface="Gill Sans"/>
              <a:sym typeface="Gill Sans"/>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solidFill>
                <a:schemeClr val="dk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solidFill>
                <a:schemeClr val="dk1"/>
              </a:solidFill>
            </a:endParaRPr>
          </a:p>
          <a:p>
            <a:pPr indent="-306000" lvl="1" marL="763200" rtl="0" algn="l">
              <a:spcBef>
                <a:spcPts val="840"/>
              </a:spcBef>
              <a:spcAft>
                <a:spcPts val="0"/>
              </a:spcAft>
              <a:buClr>
                <a:srgbClr val="FFFF00"/>
              </a:buClr>
              <a:buSzPts val="1104"/>
              <a:buFont typeface="Noto Sans Symbols"/>
              <a:buChar char="◼"/>
            </a:pPr>
            <a:r>
              <a:rPr b="1" lang="es-ES" sz="1200">
                <a:solidFill>
                  <a:srgbClr val="FFFF00"/>
                </a:solidFill>
                <a:latin typeface="Gill Sans"/>
                <a:ea typeface="Gill Sans"/>
                <a:cs typeface="Gill Sans"/>
                <a:sym typeface="Gill Sans"/>
              </a:rPr>
              <a:t>CREACIÓN DEL PROYECTO – CLIENTE MOVIL</a:t>
            </a:r>
            <a:endParaRPr>
              <a:solidFill>
                <a:srgbClr val="FFFF00"/>
              </a:solidFill>
            </a:endParaRPr>
          </a:p>
          <a:p>
            <a:pPr indent="-306000" lvl="0" marL="3060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CONCLUSIONES</a:t>
            </a:r>
            <a:endParaRPr>
              <a:solidFill>
                <a:schemeClr val="dk1"/>
              </a:solidFill>
            </a:endParaRPr>
          </a:p>
          <a:p>
            <a:pPr indent="-306000" lvl="0" marL="3060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RECOMENDACIONES</a:t>
            </a:r>
            <a:endParaRPr>
              <a:solidFill>
                <a:schemeClr val="dk1"/>
              </a:solidFill>
            </a:endParaRPr>
          </a:p>
          <a:p>
            <a:pPr indent="0" lvl="0" marL="457200" rtl="0" algn="l">
              <a:spcBef>
                <a:spcPts val="840"/>
              </a:spcBef>
              <a:spcAft>
                <a:spcPts val="0"/>
              </a:spcAft>
              <a:buClr>
                <a:schemeClr val="dk1"/>
              </a:buClr>
              <a:buSzPts val="1400"/>
              <a:buFont typeface="Arial"/>
              <a:buNone/>
            </a:pPr>
            <a:r>
              <a:t/>
            </a:r>
            <a:endParaRPr>
              <a:solidFill>
                <a:schemeClr val="dk1"/>
              </a:solidFill>
            </a:endParaRPr>
          </a:p>
          <a:p>
            <a:pPr indent="0" lvl="0" marL="457200" rtl="0" algn="l">
              <a:spcBef>
                <a:spcPts val="840"/>
              </a:spcBef>
              <a:spcAft>
                <a:spcPts val="0"/>
              </a:spcAft>
              <a:buClr>
                <a:schemeClr val="dk1"/>
              </a:buClr>
              <a:buSzPts val="1400"/>
              <a:buFont typeface="Arial"/>
              <a:buNone/>
            </a:pPr>
            <a:r>
              <a:t/>
            </a:r>
            <a:endParaRPr>
              <a:solidFill>
                <a:schemeClr val="dk1"/>
              </a:solidFill>
            </a:endParaRPr>
          </a:p>
          <a:p>
            <a:pPr indent="0" lvl="0" marL="457200" rtl="0" algn="l">
              <a:spcBef>
                <a:spcPts val="840"/>
              </a:spcBef>
              <a:spcAft>
                <a:spcPts val="0"/>
              </a:spcAft>
              <a:buClr>
                <a:schemeClr val="dk1"/>
              </a:buClr>
              <a:buSzPts val="1400"/>
              <a:buFont typeface="Arial"/>
              <a:buNone/>
            </a:pPr>
            <a:r>
              <a:t/>
            </a:r>
            <a:endParaRPr>
              <a:solidFill>
                <a:schemeClr val="dk1"/>
              </a:solidFill>
            </a:endParaRPr>
          </a:p>
          <a:p>
            <a:pPr indent="0" lvl="0" marL="457200" marR="0" rtl="0" algn="l">
              <a:lnSpc>
                <a:spcPct val="100000"/>
              </a:lnSpc>
              <a:spcBef>
                <a:spcPts val="840"/>
              </a:spcBef>
              <a:spcAft>
                <a:spcPts val="0"/>
              </a:spcAft>
              <a:buClr>
                <a:srgbClr val="000000"/>
              </a:buClr>
              <a:buSzPts val="1400"/>
              <a:buFont typeface="Arial"/>
              <a:buNone/>
            </a:pPr>
            <a:r>
              <a:t/>
            </a:r>
            <a:endParaRPr>
              <a:solidFill>
                <a:schemeClr val="dk1"/>
              </a:solidFill>
            </a:endParaRPr>
          </a:p>
        </p:txBody>
      </p:sp>
      <p:sp>
        <p:nvSpPr>
          <p:cNvPr id="677" name="Google Shape;677;p83"/>
          <p:cNvSpPr txBox="1"/>
          <p:nvPr/>
        </p:nvSpPr>
        <p:spPr>
          <a:xfrm>
            <a:off x="636600" y="1868349"/>
            <a:ext cx="8576700" cy="742200"/>
          </a:xfrm>
          <a:prstGeom prst="rect">
            <a:avLst/>
          </a:prstGeom>
          <a:noFill/>
          <a:ln>
            <a:noFill/>
          </a:ln>
        </p:spPr>
        <p:txBody>
          <a:bodyPr anchorCtr="0" anchor="ctr" bIns="45700" lIns="91425" spcFirstLastPara="1" rIns="91425" wrap="square" tIns="45700">
            <a:normAutofit/>
          </a:bodyPr>
          <a:lstStyle/>
          <a:p>
            <a:pPr indent="-355600" lvl="0" marL="457200" marR="0" rtl="0" algn="just">
              <a:lnSpc>
                <a:spcPct val="107000"/>
              </a:lnSpc>
              <a:spcBef>
                <a:spcPts val="0"/>
              </a:spcBef>
              <a:spcAft>
                <a:spcPts val="0"/>
              </a:spcAft>
              <a:buClr>
                <a:srgbClr val="3D3D3D"/>
              </a:buClr>
              <a:buSzPts val="2000"/>
              <a:buFont typeface="Cambria"/>
              <a:buChar char="∙"/>
            </a:pPr>
            <a:r>
              <a:rPr b="1" lang="es-ES" sz="1800">
                <a:solidFill>
                  <a:srgbClr val="3D3D3D"/>
                </a:solidFill>
                <a:latin typeface="Cambria"/>
                <a:ea typeface="Cambria"/>
                <a:cs typeface="Cambria"/>
                <a:sym typeface="Cambria"/>
              </a:rPr>
              <a:t>Vista Conversor de </a:t>
            </a:r>
            <a:r>
              <a:rPr b="1" lang="es-ES" sz="1800">
                <a:solidFill>
                  <a:srgbClr val="3D3D3D"/>
                </a:solidFill>
                <a:latin typeface="Cambria"/>
                <a:ea typeface="Cambria"/>
                <a:cs typeface="Cambria"/>
                <a:sym typeface="Cambria"/>
              </a:rPr>
              <a:t>unidades</a:t>
            </a:r>
            <a:endParaRPr b="0" i="0" sz="2000" u="none" cap="none" strike="noStrike">
              <a:solidFill>
                <a:srgbClr val="3D3D3D"/>
              </a:solidFill>
              <a:latin typeface="Cambria"/>
              <a:ea typeface="Cambria"/>
              <a:cs typeface="Cambria"/>
              <a:sym typeface="Cambria"/>
            </a:endParaRPr>
          </a:p>
        </p:txBody>
      </p:sp>
      <p:pic>
        <p:nvPicPr>
          <p:cNvPr id="678" name="Google Shape;678;p83"/>
          <p:cNvPicPr preferRelativeResize="0"/>
          <p:nvPr/>
        </p:nvPicPr>
        <p:blipFill>
          <a:blip r:embed="rId3">
            <a:alphaModFix/>
          </a:blip>
          <a:stretch>
            <a:fillRect/>
          </a:stretch>
        </p:blipFill>
        <p:spPr>
          <a:xfrm>
            <a:off x="5149825" y="1868350"/>
            <a:ext cx="2413600" cy="4716675"/>
          </a:xfrm>
          <a:prstGeom prst="rect">
            <a:avLst/>
          </a:prstGeom>
          <a:noFill/>
          <a:ln>
            <a:noFill/>
          </a:ln>
        </p:spPr>
      </p:pic>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2" name="Shape 682"/>
        <p:cNvGrpSpPr/>
        <p:nvPr/>
      </p:nvGrpSpPr>
      <p:grpSpPr>
        <a:xfrm>
          <a:off x="0" y="0"/>
          <a:ext cx="0" cy="0"/>
          <a:chOff x="0" y="0"/>
          <a:chExt cx="0" cy="0"/>
        </a:xfrm>
      </p:grpSpPr>
      <p:sp>
        <p:nvSpPr>
          <p:cNvPr id="683" name="Google Shape;683;p84"/>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684" name="Google Shape;684;p84"/>
          <p:cNvSpPr/>
          <p:nvPr/>
        </p:nvSpPr>
        <p:spPr>
          <a:xfrm>
            <a:off x="9383697" y="14347"/>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chemeClr val="dk1"/>
              </a:buClr>
              <a:buSzPts val="1400"/>
              <a:buFont typeface="Arial"/>
              <a:buNone/>
            </a:pPr>
            <a:r>
              <a:t/>
            </a:r>
            <a:endParaRPr>
              <a:solidFill>
                <a:schemeClr val="dk1"/>
              </a:solidFill>
            </a:endParaRPr>
          </a:p>
          <a:p>
            <a:pPr indent="-306000" lvl="0" marL="306000" rtl="0" algn="l">
              <a:spcBef>
                <a:spcPts val="840"/>
              </a:spcBef>
              <a:spcAft>
                <a:spcPts val="0"/>
              </a:spcAft>
              <a:buClr>
                <a:schemeClr val="accent2"/>
              </a:buClr>
              <a:buSzPts val="1104"/>
              <a:buFont typeface="Noto Sans Symbols"/>
              <a:buChar char="◼"/>
            </a:pPr>
            <a:r>
              <a:rPr b="1" lang="es-ES" sz="1200">
                <a:solidFill>
                  <a:srgbClr val="FFFF00"/>
                </a:solidFill>
                <a:latin typeface="Gill Sans"/>
                <a:ea typeface="Gill Sans"/>
                <a:cs typeface="Gill Sans"/>
                <a:sym typeface="Gill Sans"/>
              </a:rPr>
              <a:t>DESARROLLO</a:t>
            </a:r>
            <a:endParaRPr>
              <a:solidFill>
                <a:schemeClr val="dk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SERVIDOR RESTful</a:t>
            </a:r>
            <a:endParaRPr>
              <a:solidFill>
                <a:schemeClr val="lt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12096" lvl="1" marL="763200" rtl="0" algn="l">
              <a:spcBef>
                <a:spcPts val="840"/>
              </a:spcBef>
              <a:spcAft>
                <a:spcPts val="0"/>
              </a:spcAft>
              <a:buClr>
                <a:schemeClr val="accent2"/>
              </a:buClr>
              <a:buSzPts val="1200"/>
              <a:buFont typeface="Gill Sans"/>
              <a:buChar char="◼"/>
            </a:pPr>
            <a:r>
              <a:rPr b="1" lang="es-ES" sz="1200">
                <a:solidFill>
                  <a:schemeClr val="lt1"/>
                </a:solidFill>
                <a:latin typeface="Gill Sans"/>
                <a:ea typeface="Gill Sans"/>
                <a:cs typeface="Gill Sans"/>
                <a:sym typeface="Gill Sans"/>
              </a:rPr>
              <a:t>CREACIÓN DEL PROYECTO MAUI</a:t>
            </a:r>
            <a:endParaRPr b="1" sz="1200">
              <a:solidFill>
                <a:schemeClr val="lt1"/>
              </a:solidFill>
              <a:latin typeface="Gill Sans"/>
              <a:ea typeface="Gill Sans"/>
              <a:cs typeface="Gill Sans"/>
              <a:sym typeface="Gill Sans"/>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solidFill>
                <a:schemeClr val="dk1"/>
              </a:solidFill>
            </a:endParaRPr>
          </a:p>
          <a:p>
            <a:pPr indent="-306000" lvl="1" marL="7632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solidFill>
                <a:schemeClr val="dk1"/>
              </a:solidFill>
            </a:endParaRPr>
          </a:p>
          <a:p>
            <a:pPr indent="-306000" lvl="1" marL="763200" rtl="0" algn="l">
              <a:spcBef>
                <a:spcPts val="840"/>
              </a:spcBef>
              <a:spcAft>
                <a:spcPts val="0"/>
              </a:spcAft>
              <a:buClr>
                <a:srgbClr val="FFFF00"/>
              </a:buClr>
              <a:buSzPts val="1104"/>
              <a:buFont typeface="Noto Sans Symbols"/>
              <a:buChar char="◼"/>
            </a:pPr>
            <a:r>
              <a:rPr b="1" lang="es-ES" sz="1200">
                <a:solidFill>
                  <a:srgbClr val="FFFF00"/>
                </a:solidFill>
                <a:latin typeface="Gill Sans"/>
                <a:ea typeface="Gill Sans"/>
                <a:cs typeface="Gill Sans"/>
                <a:sym typeface="Gill Sans"/>
              </a:rPr>
              <a:t>CREACIÓN DEL PROYECTO – CLIENTE MOVIL</a:t>
            </a:r>
            <a:endParaRPr>
              <a:solidFill>
                <a:srgbClr val="FFFF00"/>
              </a:solidFill>
            </a:endParaRPr>
          </a:p>
          <a:p>
            <a:pPr indent="-306000" lvl="0" marL="3060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CONCLUSIONES</a:t>
            </a:r>
            <a:endParaRPr>
              <a:solidFill>
                <a:schemeClr val="dk1"/>
              </a:solidFill>
            </a:endParaRPr>
          </a:p>
          <a:p>
            <a:pPr indent="-306000" lvl="0" marL="306000" rtl="0" algn="l">
              <a:spcBef>
                <a:spcPts val="840"/>
              </a:spcBef>
              <a:spcAft>
                <a:spcPts val="0"/>
              </a:spcAft>
              <a:buClr>
                <a:schemeClr val="accent2"/>
              </a:buClr>
              <a:buSzPts val="1104"/>
              <a:buFont typeface="Noto Sans Symbols"/>
              <a:buChar char="◼"/>
            </a:pPr>
            <a:r>
              <a:rPr b="1" lang="es-ES" sz="1200">
                <a:solidFill>
                  <a:schemeClr val="lt1"/>
                </a:solidFill>
                <a:latin typeface="Gill Sans"/>
                <a:ea typeface="Gill Sans"/>
                <a:cs typeface="Gill Sans"/>
                <a:sym typeface="Gill Sans"/>
              </a:rPr>
              <a:t>RECOMENDACIONES</a:t>
            </a:r>
            <a:endParaRPr>
              <a:solidFill>
                <a:schemeClr val="dk1"/>
              </a:solidFill>
            </a:endParaRPr>
          </a:p>
          <a:p>
            <a:pPr indent="0" lvl="0" marL="457200" rtl="0" algn="l">
              <a:spcBef>
                <a:spcPts val="840"/>
              </a:spcBef>
              <a:spcAft>
                <a:spcPts val="0"/>
              </a:spcAft>
              <a:buClr>
                <a:schemeClr val="dk1"/>
              </a:buClr>
              <a:buSzPts val="1400"/>
              <a:buFont typeface="Arial"/>
              <a:buNone/>
            </a:pPr>
            <a:r>
              <a:t/>
            </a:r>
            <a:endParaRPr>
              <a:solidFill>
                <a:schemeClr val="dk1"/>
              </a:solidFill>
            </a:endParaRPr>
          </a:p>
          <a:p>
            <a:pPr indent="0" lvl="0" marL="457200" rtl="0" algn="l">
              <a:spcBef>
                <a:spcPts val="840"/>
              </a:spcBef>
              <a:spcAft>
                <a:spcPts val="0"/>
              </a:spcAft>
              <a:buClr>
                <a:schemeClr val="dk1"/>
              </a:buClr>
              <a:buSzPts val="1400"/>
              <a:buFont typeface="Arial"/>
              <a:buNone/>
            </a:pPr>
            <a:r>
              <a:t/>
            </a:r>
            <a:endParaRPr>
              <a:solidFill>
                <a:schemeClr val="dk1"/>
              </a:solidFill>
            </a:endParaRPr>
          </a:p>
          <a:p>
            <a:pPr indent="0" lvl="0" marL="457200" rtl="0" algn="l">
              <a:spcBef>
                <a:spcPts val="840"/>
              </a:spcBef>
              <a:spcAft>
                <a:spcPts val="0"/>
              </a:spcAft>
              <a:buClr>
                <a:schemeClr val="dk1"/>
              </a:buClr>
              <a:buSzPts val="1400"/>
              <a:buFont typeface="Arial"/>
              <a:buNone/>
            </a:pPr>
            <a:r>
              <a:t/>
            </a:r>
            <a:endParaRPr>
              <a:solidFill>
                <a:schemeClr val="dk1"/>
              </a:solidFill>
            </a:endParaRPr>
          </a:p>
          <a:p>
            <a:pPr indent="0" lvl="0" marL="457200" marR="0" rtl="0" algn="l">
              <a:lnSpc>
                <a:spcPct val="100000"/>
              </a:lnSpc>
              <a:spcBef>
                <a:spcPts val="840"/>
              </a:spcBef>
              <a:spcAft>
                <a:spcPts val="0"/>
              </a:spcAft>
              <a:buClr>
                <a:srgbClr val="000000"/>
              </a:buClr>
              <a:buSzPts val="1400"/>
              <a:buFont typeface="Arial"/>
              <a:buNone/>
            </a:pPr>
            <a:r>
              <a:t/>
            </a:r>
            <a:endParaRPr>
              <a:solidFill>
                <a:schemeClr val="dk1"/>
              </a:solidFill>
            </a:endParaRPr>
          </a:p>
        </p:txBody>
      </p:sp>
      <p:sp>
        <p:nvSpPr>
          <p:cNvPr id="685" name="Google Shape;685;p84"/>
          <p:cNvSpPr txBox="1"/>
          <p:nvPr/>
        </p:nvSpPr>
        <p:spPr>
          <a:xfrm>
            <a:off x="636600" y="1868349"/>
            <a:ext cx="8576700" cy="742200"/>
          </a:xfrm>
          <a:prstGeom prst="rect">
            <a:avLst/>
          </a:prstGeom>
          <a:noFill/>
          <a:ln>
            <a:noFill/>
          </a:ln>
        </p:spPr>
        <p:txBody>
          <a:bodyPr anchorCtr="0" anchor="ctr" bIns="45700" lIns="91425" spcFirstLastPara="1" rIns="91425" wrap="square" tIns="45700">
            <a:normAutofit/>
          </a:bodyPr>
          <a:lstStyle/>
          <a:p>
            <a:pPr indent="-355600" lvl="0" marL="457200" marR="0" rtl="0" algn="just">
              <a:lnSpc>
                <a:spcPct val="107000"/>
              </a:lnSpc>
              <a:spcBef>
                <a:spcPts val="0"/>
              </a:spcBef>
              <a:spcAft>
                <a:spcPts val="0"/>
              </a:spcAft>
              <a:buClr>
                <a:srgbClr val="3D3D3D"/>
              </a:buClr>
              <a:buSzPts val="2000"/>
              <a:buFont typeface="Cambria"/>
              <a:buChar char="∙"/>
            </a:pPr>
            <a:r>
              <a:rPr b="1" lang="es-ES" sz="1800">
                <a:solidFill>
                  <a:srgbClr val="3D3D3D"/>
                </a:solidFill>
                <a:latin typeface="Cambria"/>
                <a:ea typeface="Cambria"/>
                <a:cs typeface="Cambria"/>
                <a:sym typeface="Cambria"/>
              </a:rPr>
              <a:t>Vista cambio de contraseña</a:t>
            </a:r>
            <a:endParaRPr b="0" i="0" sz="2000" u="none" cap="none" strike="noStrike">
              <a:solidFill>
                <a:srgbClr val="3D3D3D"/>
              </a:solidFill>
              <a:latin typeface="Cambria"/>
              <a:ea typeface="Cambria"/>
              <a:cs typeface="Cambria"/>
              <a:sym typeface="Cambria"/>
            </a:endParaRPr>
          </a:p>
        </p:txBody>
      </p:sp>
      <p:pic>
        <p:nvPicPr>
          <p:cNvPr id="686" name="Google Shape;686;p84"/>
          <p:cNvPicPr preferRelativeResize="0"/>
          <p:nvPr/>
        </p:nvPicPr>
        <p:blipFill>
          <a:blip r:embed="rId3">
            <a:alphaModFix/>
          </a:blip>
          <a:stretch>
            <a:fillRect/>
          </a:stretch>
        </p:blipFill>
        <p:spPr>
          <a:xfrm>
            <a:off x="5042825" y="1868350"/>
            <a:ext cx="2520625" cy="5156500"/>
          </a:xfrm>
          <a:prstGeom prst="rect">
            <a:avLst/>
          </a:prstGeom>
          <a:noFill/>
          <a:ln>
            <a:noFill/>
          </a:ln>
        </p:spPr>
      </p:pic>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0" name="Shape 690"/>
        <p:cNvGrpSpPr/>
        <p:nvPr/>
      </p:nvGrpSpPr>
      <p:grpSpPr>
        <a:xfrm>
          <a:off x="0" y="0"/>
          <a:ext cx="0" cy="0"/>
          <a:chOff x="0" y="0"/>
          <a:chExt cx="0" cy="0"/>
        </a:xfrm>
      </p:grpSpPr>
      <p:sp>
        <p:nvSpPr>
          <p:cNvPr id="691" name="Google Shape;691;p85"/>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CONCLUSIONES</a:t>
            </a:r>
            <a:endParaRPr/>
          </a:p>
        </p:txBody>
      </p:sp>
      <p:sp>
        <p:nvSpPr>
          <p:cNvPr id="692" name="Google Shape;692;p85"/>
          <p:cNvSpPr txBox="1"/>
          <p:nvPr>
            <p:ph idx="1" type="body"/>
          </p:nvPr>
        </p:nvSpPr>
        <p:spPr>
          <a:xfrm>
            <a:off x="581192" y="2180496"/>
            <a:ext cx="8589300" cy="3678300"/>
          </a:xfrm>
          <a:prstGeom prst="rect">
            <a:avLst/>
          </a:prstGeom>
          <a:noFill/>
          <a:ln>
            <a:noFill/>
          </a:ln>
        </p:spPr>
        <p:txBody>
          <a:bodyPr anchorCtr="0" anchor="ctr" bIns="45700" lIns="91425" spcFirstLastPara="1" rIns="91425" wrap="square" tIns="45700">
            <a:normAutofit/>
          </a:bodyPr>
          <a:lstStyle/>
          <a:p>
            <a:pPr indent="0" lvl="0" marL="0" marR="0" rtl="0" algn="just">
              <a:lnSpc>
                <a:spcPct val="107000"/>
              </a:lnSpc>
              <a:spcBef>
                <a:spcPts val="0"/>
              </a:spcBef>
              <a:spcAft>
                <a:spcPts val="0"/>
              </a:spcAft>
              <a:buSzPts val="1656"/>
              <a:buNone/>
            </a:pPr>
            <a:r>
              <a:rPr lang="es-ES" sz="1900">
                <a:latin typeface="Cambria"/>
                <a:ea typeface="Cambria"/>
                <a:cs typeface="Cambria"/>
                <a:sym typeface="Cambria"/>
              </a:rPr>
              <a:t>La culminación de este proyecto evidencia la efectividad de una Arquitectura Orientada a Servicios (SOA) al integrar exitosamente un servidor RESTful robusto, desarrollado en C# .NET 8 y alojado en Kestrel Server, con un ecosistema de clientes multiplataforma (web, móvil, escritorio y consola) mediante el uso de .NET MAUI. Esta integración técnica se validó mediante la implementación de un sistema de seguridad desacoplado basado en tokens y manejadores de mensajes (Message Handlers), junto con la aplicación del patrón Strategy en el cliente, lo que garantiza una solución de software interoperable, escalable y alineada con los estándares de desarrollo empresarial modernos.</a:t>
            </a:r>
            <a:endParaRPr sz="1900"/>
          </a:p>
        </p:txBody>
      </p:sp>
      <p:sp>
        <p:nvSpPr>
          <p:cNvPr id="693" name="Google Shape;693;p85"/>
          <p:cNvSpPr/>
          <p:nvPr/>
        </p:nvSpPr>
        <p:spPr>
          <a:xfrm>
            <a:off x="9383697" y="0"/>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306000" lvl="0" marL="3060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rgbClr val="FFFF00"/>
                </a:solidFill>
                <a:latin typeface="Gill Sans"/>
                <a:ea typeface="Gill Sans"/>
                <a:cs typeface="Gill Sans"/>
                <a:sym typeface="Gill Sans"/>
              </a:rPr>
              <a:t>DESARROLLO</a:t>
            </a:r>
            <a:endParaRPr b="0" i="0" sz="1400" u="none" cap="none" strike="noStrike">
              <a:solidFill>
                <a:srgbClr val="000000"/>
              </a:solidFill>
              <a:latin typeface="Arial"/>
              <a:ea typeface="Arial"/>
              <a:cs typeface="Arial"/>
              <a:sym typeface="Arial"/>
            </a:endParaRPr>
          </a:p>
          <a:p>
            <a:pPr indent="-306000" lvl="1" marL="7632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OBJETIVO</a:t>
            </a:r>
            <a:endParaRPr b="0" i="0" sz="1400" u="none" cap="none" strike="noStrike">
              <a:solidFill>
                <a:schemeClr val="lt1"/>
              </a:solidFill>
              <a:latin typeface="Arial"/>
              <a:ea typeface="Arial"/>
              <a:cs typeface="Arial"/>
              <a:sym typeface="Arial"/>
            </a:endParaRPr>
          </a:p>
          <a:p>
            <a:pPr indent="-306000" lvl="1" marL="763200" marR="0" rtl="0" algn="l">
              <a:lnSpc>
                <a:spcPct val="100000"/>
              </a:lnSpc>
              <a:spcBef>
                <a:spcPts val="840"/>
              </a:spcBef>
              <a:spcAft>
                <a:spcPts val="0"/>
              </a:spcAft>
              <a:buClr>
                <a:schemeClr val="lt1"/>
              </a:buClr>
              <a:buSzPts val="1104"/>
              <a:buFont typeface="Noto Sans Symbols"/>
              <a:buChar char="◼"/>
            </a:pPr>
            <a:r>
              <a:rPr b="1" i="0" lang="es-ES" sz="1200" u="none" cap="none" strike="noStrike">
                <a:solidFill>
                  <a:schemeClr val="lt1"/>
                </a:solidFill>
                <a:latin typeface="Gill Sans"/>
                <a:ea typeface="Gill Sans"/>
                <a:cs typeface="Gill Sans"/>
                <a:sym typeface="Gill Sans"/>
              </a:rPr>
              <a:t>CREACIÓN DEL SERVIDOR RESTful</a:t>
            </a:r>
            <a:endParaRPr b="0" i="0" sz="1400" u="none" cap="none" strike="noStrike">
              <a:solidFill>
                <a:schemeClr val="lt1"/>
              </a:solidFill>
              <a:latin typeface="Arial"/>
              <a:ea typeface="Arial"/>
              <a:cs typeface="Arial"/>
              <a:sym typeface="Arial"/>
            </a:endParaRPr>
          </a:p>
          <a:p>
            <a:pPr indent="-306000" lvl="1" marL="7632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CREACIÓN DEL PROYECTO – CLIENTE CONSOLA</a:t>
            </a:r>
            <a:endParaRPr b="0" i="0" sz="1400" u="none" cap="none" strike="noStrike">
              <a:solidFill>
                <a:srgbClr val="000000"/>
              </a:solidFill>
              <a:latin typeface="Arial"/>
              <a:ea typeface="Arial"/>
              <a:cs typeface="Arial"/>
              <a:sym typeface="Arial"/>
            </a:endParaRPr>
          </a:p>
          <a:p>
            <a:pPr indent="-306000" lvl="1" marL="7632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CREACIÓN DEL PROYECTO – CLIENTE ESCRITORIO</a:t>
            </a:r>
            <a:endParaRPr b="0" i="0" sz="1400" u="none" cap="none" strike="noStrike">
              <a:solidFill>
                <a:srgbClr val="000000"/>
              </a:solidFill>
              <a:latin typeface="Arial"/>
              <a:ea typeface="Arial"/>
              <a:cs typeface="Arial"/>
              <a:sym typeface="Arial"/>
            </a:endParaRPr>
          </a:p>
          <a:p>
            <a:pPr indent="-306000" lvl="1" marL="7632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CREACIÓN DEL PROYECTO – CLIENTE WEB</a:t>
            </a:r>
            <a:endParaRPr b="0" i="0" sz="1400" u="none" cap="none" strike="noStrike">
              <a:solidFill>
                <a:srgbClr val="000000"/>
              </a:solidFill>
              <a:latin typeface="Arial"/>
              <a:ea typeface="Arial"/>
              <a:cs typeface="Arial"/>
              <a:sym typeface="Arial"/>
            </a:endParaRPr>
          </a:p>
          <a:p>
            <a:pPr indent="-306000" lvl="1" marL="7632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CREACIÓN DEL PROYECTO – CLIENTE MOVIL</a:t>
            </a:r>
            <a:endParaRPr b="0" i="0" sz="1400" u="none" cap="none" strike="noStrike">
              <a:solidFill>
                <a:srgbClr val="000000"/>
              </a:solidFill>
              <a:latin typeface="Arial"/>
              <a:ea typeface="Arial"/>
              <a:cs typeface="Arial"/>
              <a:sym typeface="Arial"/>
            </a:endParaRPr>
          </a:p>
          <a:p>
            <a:pPr indent="-306000" lvl="0" marL="306000" marR="0" rtl="0" algn="l">
              <a:lnSpc>
                <a:spcPct val="100000"/>
              </a:lnSpc>
              <a:spcBef>
                <a:spcPts val="840"/>
              </a:spcBef>
              <a:spcAft>
                <a:spcPts val="0"/>
              </a:spcAft>
              <a:buClr>
                <a:srgbClr val="FFFF00"/>
              </a:buClr>
              <a:buSzPts val="1104"/>
              <a:buFont typeface="Noto Sans Symbols"/>
              <a:buChar char="◼"/>
            </a:pPr>
            <a:r>
              <a:rPr b="1" i="0" lang="es-ES" sz="1200" u="none" cap="none" strike="noStrike">
                <a:solidFill>
                  <a:srgbClr val="FFFF00"/>
                </a:solidFill>
                <a:latin typeface="Gill Sans"/>
                <a:ea typeface="Gill Sans"/>
                <a:cs typeface="Gill Sans"/>
                <a:sym typeface="Gill Sans"/>
              </a:rPr>
              <a:t>CONCLUSIONES</a:t>
            </a:r>
            <a:endParaRPr b="0" i="0" sz="1400" u="none" cap="none" strike="noStrike">
              <a:solidFill>
                <a:srgbClr val="FFFF00"/>
              </a:solidFill>
              <a:latin typeface="Arial"/>
              <a:ea typeface="Arial"/>
              <a:cs typeface="Arial"/>
              <a:sym typeface="Arial"/>
            </a:endParaRPr>
          </a:p>
          <a:p>
            <a:pPr indent="-306000" lvl="0" marL="3060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RECOMENDACIONES</a:t>
            </a:r>
            <a:endParaRPr b="0" i="0" sz="1400" u="none" cap="none" strike="noStrike">
              <a:solidFill>
                <a:srgbClr val="000000"/>
              </a:solidFill>
              <a:latin typeface="Arial"/>
              <a:ea typeface="Arial"/>
              <a:cs typeface="Arial"/>
              <a:sym typeface="Arial"/>
            </a:endParaRPr>
          </a:p>
          <a:p>
            <a:pPr indent="0" lvl="0" marL="457200" marR="0" rtl="0" algn="l">
              <a:lnSpc>
                <a:spcPct val="100000"/>
              </a:lnSpc>
              <a:spcBef>
                <a:spcPts val="84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7" name="Shape 697"/>
        <p:cNvGrpSpPr/>
        <p:nvPr/>
      </p:nvGrpSpPr>
      <p:grpSpPr>
        <a:xfrm>
          <a:off x="0" y="0"/>
          <a:ext cx="0" cy="0"/>
          <a:chOff x="0" y="0"/>
          <a:chExt cx="0" cy="0"/>
        </a:xfrm>
      </p:grpSpPr>
      <p:sp>
        <p:nvSpPr>
          <p:cNvPr id="698" name="Google Shape;698;p86"/>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RECOMENDACIONES</a:t>
            </a:r>
            <a:endParaRPr/>
          </a:p>
        </p:txBody>
      </p:sp>
      <p:sp>
        <p:nvSpPr>
          <p:cNvPr id="699" name="Google Shape;699;p86"/>
          <p:cNvSpPr txBox="1"/>
          <p:nvPr>
            <p:ph idx="1" type="body"/>
          </p:nvPr>
        </p:nvSpPr>
        <p:spPr>
          <a:xfrm>
            <a:off x="581200" y="2025325"/>
            <a:ext cx="8500800" cy="4291200"/>
          </a:xfrm>
          <a:prstGeom prst="rect">
            <a:avLst/>
          </a:prstGeom>
          <a:noFill/>
          <a:ln>
            <a:noFill/>
          </a:ln>
        </p:spPr>
        <p:txBody>
          <a:bodyPr anchorCtr="0" anchor="ctr" bIns="45700" lIns="91425" spcFirstLastPara="1" rIns="91425" wrap="square" tIns="45700">
            <a:normAutofit/>
          </a:bodyPr>
          <a:lstStyle/>
          <a:p>
            <a:pPr indent="0" lvl="0" marL="0" rtl="0" algn="just">
              <a:lnSpc>
                <a:spcPct val="107000"/>
              </a:lnSpc>
              <a:spcBef>
                <a:spcPts val="0"/>
              </a:spcBef>
              <a:spcAft>
                <a:spcPts val="0"/>
              </a:spcAft>
              <a:buNone/>
            </a:pPr>
            <a:r>
              <a:rPr lang="es-ES" sz="1900">
                <a:latin typeface="Cambria"/>
                <a:ea typeface="Cambria"/>
                <a:cs typeface="Cambria"/>
                <a:sym typeface="Cambria"/>
              </a:rPr>
              <a:t>Integrar una base de datos (BDD) formal para reemplazar el manejo de credenciales quemadas en código y permitir el almacenamiento histórico personal de las conversiones de manera persistente y escalable.</a:t>
            </a:r>
            <a:endParaRPr sz="1900">
              <a:latin typeface="Cambria"/>
              <a:ea typeface="Cambria"/>
              <a:cs typeface="Cambria"/>
              <a:sym typeface="Cambria"/>
            </a:endParaRPr>
          </a:p>
          <a:p>
            <a:pPr indent="0" lvl="0" marL="0" rtl="0" algn="just">
              <a:lnSpc>
                <a:spcPct val="107000"/>
              </a:lnSpc>
              <a:spcBef>
                <a:spcPts val="0"/>
              </a:spcBef>
              <a:spcAft>
                <a:spcPts val="0"/>
              </a:spcAft>
              <a:buNone/>
            </a:pPr>
            <a:r>
              <a:t/>
            </a:r>
            <a:endParaRPr sz="1900">
              <a:latin typeface="Cambria"/>
              <a:ea typeface="Cambria"/>
              <a:cs typeface="Cambria"/>
              <a:sym typeface="Cambria"/>
            </a:endParaRPr>
          </a:p>
          <a:p>
            <a:pPr indent="0" lvl="0" marL="0" rtl="0" algn="just">
              <a:lnSpc>
                <a:spcPct val="107000"/>
              </a:lnSpc>
              <a:spcBef>
                <a:spcPts val="0"/>
              </a:spcBef>
              <a:spcAft>
                <a:spcPts val="0"/>
              </a:spcAft>
              <a:buNone/>
            </a:pPr>
            <a:r>
              <a:rPr lang="es-ES" sz="1900">
                <a:latin typeface="Cambria"/>
                <a:ea typeface="Cambria"/>
                <a:cs typeface="Cambria"/>
                <a:sym typeface="Cambria"/>
              </a:rPr>
              <a:t>Integrar protocolos de cifrado a nivel de mensaje (WS-Security) y el uso de HTTPS en entornos de producción para proteger la integridad del token de seguridad y los datos sensibles durante el tránsito en la red. </a:t>
            </a:r>
            <a:endParaRPr sz="1900">
              <a:latin typeface="Cambria"/>
              <a:ea typeface="Cambria"/>
              <a:cs typeface="Cambria"/>
              <a:sym typeface="Cambria"/>
            </a:endParaRPr>
          </a:p>
          <a:p>
            <a:pPr indent="0" lvl="0" marL="0" rtl="0" algn="just">
              <a:lnSpc>
                <a:spcPct val="107000"/>
              </a:lnSpc>
              <a:spcBef>
                <a:spcPts val="0"/>
              </a:spcBef>
              <a:spcAft>
                <a:spcPts val="0"/>
              </a:spcAft>
              <a:buNone/>
            </a:pPr>
            <a:r>
              <a:rPr lang="es-ES" sz="1900">
                <a:latin typeface="Cambria"/>
                <a:ea typeface="Cambria"/>
                <a:cs typeface="Cambria"/>
                <a:sym typeface="Cambria"/>
              </a:rPr>
              <a:t> </a:t>
            </a:r>
            <a:endParaRPr sz="1900">
              <a:latin typeface="Cambria"/>
              <a:ea typeface="Cambria"/>
              <a:cs typeface="Cambria"/>
              <a:sym typeface="Cambria"/>
            </a:endParaRPr>
          </a:p>
          <a:p>
            <a:pPr indent="0" lvl="0" marL="0" rtl="0" algn="just">
              <a:lnSpc>
                <a:spcPct val="107000"/>
              </a:lnSpc>
              <a:spcBef>
                <a:spcPts val="0"/>
              </a:spcBef>
              <a:spcAft>
                <a:spcPts val="0"/>
              </a:spcAft>
              <a:buNone/>
            </a:pPr>
            <a:r>
              <a:rPr lang="es-ES" sz="1900">
                <a:latin typeface="Cambria"/>
                <a:ea typeface="Cambria"/>
                <a:cs typeface="Cambria"/>
                <a:sym typeface="Cambria"/>
              </a:rPr>
              <a:t>Incorporar herramientas de análisis estático de código automatizadas dentro del ciclo de vida de desarrollo para monitorear la calidad del software y asegurar que las nuevas funcionalidades no rompan la compatibilidad con el contrato OpenAPI 3.0 / Swagger expuesto.</a:t>
            </a:r>
            <a:endParaRPr sz="1900">
              <a:latin typeface="Cambria"/>
              <a:ea typeface="Cambria"/>
              <a:cs typeface="Cambria"/>
              <a:sym typeface="Cambria"/>
            </a:endParaRPr>
          </a:p>
        </p:txBody>
      </p:sp>
      <p:sp>
        <p:nvSpPr>
          <p:cNvPr id="700" name="Google Shape;700;p86"/>
          <p:cNvSpPr/>
          <p:nvPr/>
        </p:nvSpPr>
        <p:spPr>
          <a:xfrm>
            <a:off x="9383697" y="0"/>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306000" lvl="0" marL="3060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rgbClr val="FFFF00"/>
                </a:solidFill>
                <a:latin typeface="Gill Sans"/>
                <a:ea typeface="Gill Sans"/>
                <a:cs typeface="Gill Sans"/>
                <a:sym typeface="Gill Sans"/>
              </a:rPr>
              <a:t>DESARROLLO</a:t>
            </a:r>
            <a:endParaRPr b="0" i="0" sz="1400" u="none" cap="none" strike="noStrike">
              <a:solidFill>
                <a:srgbClr val="000000"/>
              </a:solidFill>
              <a:latin typeface="Arial"/>
              <a:ea typeface="Arial"/>
              <a:cs typeface="Arial"/>
              <a:sym typeface="Arial"/>
            </a:endParaRPr>
          </a:p>
          <a:p>
            <a:pPr indent="-306000" lvl="1" marL="7632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OBJETIVO</a:t>
            </a:r>
            <a:endParaRPr b="0" i="0" sz="1400" u="none" cap="none" strike="noStrike">
              <a:solidFill>
                <a:schemeClr val="lt1"/>
              </a:solidFill>
              <a:latin typeface="Arial"/>
              <a:ea typeface="Arial"/>
              <a:cs typeface="Arial"/>
              <a:sym typeface="Arial"/>
            </a:endParaRPr>
          </a:p>
          <a:p>
            <a:pPr indent="-306000" lvl="1" marL="763200" marR="0" rtl="0" algn="l">
              <a:lnSpc>
                <a:spcPct val="100000"/>
              </a:lnSpc>
              <a:spcBef>
                <a:spcPts val="840"/>
              </a:spcBef>
              <a:spcAft>
                <a:spcPts val="0"/>
              </a:spcAft>
              <a:buClr>
                <a:schemeClr val="lt1"/>
              </a:buClr>
              <a:buSzPts val="1104"/>
              <a:buFont typeface="Noto Sans Symbols"/>
              <a:buChar char="◼"/>
            </a:pPr>
            <a:r>
              <a:rPr b="1" i="0" lang="es-ES" sz="1200" u="none" cap="none" strike="noStrike">
                <a:solidFill>
                  <a:schemeClr val="lt1"/>
                </a:solidFill>
                <a:latin typeface="Gill Sans"/>
                <a:ea typeface="Gill Sans"/>
                <a:cs typeface="Gill Sans"/>
                <a:sym typeface="Gill Sans"/>
              </a:rPr>
              <a:t>CREACIÓN DEL SERVIDOR RESTful</a:t>
            </a:r>
            <a:endParaRPr b="0" i="0" sz="1400" u="none" cap="none" strike="noStrike">
              <a:solidFill>
                <a:schemeClr val="lt1"/>
              </a:solidFill>
              <a:latin typeface="Arial"/>
              <a:ea typeface="Arial"/>
              <a:cs typeface="Arial"/>
              <a:sym typeface="Arial"/>
            </a:endParaRPr>
          </a:p>
          <a:p>
            <a:pPr indent="-306000" lvl="1" marL="7632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CREACIÓN DEL PROYECTO – CLIENTE CONSOLA</a:t>
            </a:r>
            <a:endParaRPr b="0" i="0" sz="1400" u="none" cap="none" strike="noStrike">
              <a:solidFill>
                <a:srgbClr val="000000"/>
              </a:solidFill>
              <a:latin typeface="Arial"/>
              <a:ea typeface="Arial"/>
              <a:cs typeface="Arial"/>
              <a:sym typeface="Arial"/>
            </a:endParaRPr>
          </a:p>
          <a:p>
            <a:pPr indent="-306000" lvl="1" marL="7632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CREACIÓN DEL PROYECTO – CLIENTE ESCRITORIO</a:t>
            </a:r>
            <a:endParaRPr b="0" i="0" sz="1400" u="none" cap="none" strike="noStrike">
              <a:solidFill>
                <a:srgbClr val="000000"/>
              </a:solidFill>
              <a:latin typeface="Arial"/>
              <a:ea typeface="Arial"/>
              <a:cs typeface="Arial"/>
              <a:sym typeface="Arial"/>
            </a:endParaRPr>
          </a:p>
          <a:p>
            <a:pPr indent="-306000" lvl="1" marL="7632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CREACIÓN DEL PROYECTO – CLIENTE WEB</a:t>
            </a:r>
            <a:endParaRPr b="0" i="0" sz="1400" u="none" cap="none" strike="noStrike">
              <a:solidFill>
                <a:srgbClr val="000000"/>
              </a:solidFill>
              <a:latin typeface="Arial"/>
              <a:ea typeface="Arial"/>
              <a:cs typeface="Arial"/>
              <a:sym typeface="Arial"/>
            </a:endParaRPr>
          </a:p>
          <a:p>
            <a:pPr indent="-306000" lvl="1" marL="7632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CREACIÓN DEL PROYECTO – CLIENTE MOVIL</a:t>
            </a:r>
            <a:endParaRPr b="0" i="0" sz="1400" u="none" cap="none" strike="noStrike">
              <a:solidFill>
                <a:srgbClr val="000000"/>
              </a:solidFill>
              <a:latin typeface="Arial"/>
              <a:ea typeface="Arial"/>
              <a:cs typeface="Arial"/>
              <a:sym typeface="Arial"/>
            </a:endParaRPr>
          </a:p>
          <a:p>
            <a:pPr indent="-306000" lvl="0" marL="3060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CONCLUSIONES</a:t>
            </a:r>
            <a:endParaRPr b="0" i="0" sz="1400" u="none" cap="none" strike="noStrike">
              <a:solidFill>
                <a:srgbClr val="000000"/>
              </a:solidFill>
              <a:latin typeface="Arial"/>
              <a:ea typeface="Arial"/>
              <a:cs typeface="Arial"/>
              <a:sym typeface="Arial"/>
            </a:endParaRPr>
          </a:p>
          <a:p>
            <a:pPr indent="-306000" lvl="0" marL="306000" marR="0" rtl="0" algn="l">
              <a:lnSpc>
                <a:spcPct val="100000"/>
              </a:lnSpc>
              <a:spcBef>
                <a:spcPts val="840"/>
              </a:spcBef>
              <a:spcAft>
                <a:spcPts val="0"/>
              </a:spcAft>
              <a:buClr>
                <a:srgbClr val="FFFF00"/>
              </a:buClr>
              <a:buSzPts val="1104"/>
              <a:buFont typeface="Noto Sans Symbols"/>
              <a:buChar char="◼"/>
            </a:pPr>
            <a:r>
              <a:rPr b="1" i="0" lang="es-ES" sz="1200" u="none" cap="none" strike="noStrike">
                <a:solidFill>
                  <a:srgbClr val="FFFF00"/>
                </a:solidFill>
                <a:latin typeface="Gill Sans"/>
                <a:ea typeface="Gill Sans"/>
                <a:cs typeface="Gill Sans"/>
                <a:sym typeface="Gill Sans"/>
              </a:rPr>
              <a:t>RECOMENDACIONES</a:t>
            </a:r>
            <a:endParaRPr b="0" i="0" sz="1400" u="none" cap="none" strike="noStrike">
              <a:solidFill>
                <a:srgbClr val="FFFF00"/>
              </a:solidFill>
              <a:latin typeface="Arial"/>
              <a:ea typeface="Arial"/>
              <a:cs typeface="Arial"/>
              <a:sym typeface="Arial"/>
            </a:endParaRPr>
          </a:p>
          <a:p>
            <a:pPr indent="0" lvl="0" marL="457200" marR="0" rtl="0" algn="l">
              <a:lnSpc>
                <a:spcPct val="100000"/>
              </a:lnSpc>
              <a:spcBef>
                <a:spcPts val="84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Dividendo">
  <a:themeElements>
    <a:clrScheme name="Dividend">
      <a:dk1>
        <a:srgbClr val="000000"/>
      </a:dk1>
      <a:lt1>
        <a:srgbClr val="FFFFFF"/>
      </a:lt1>
      <a:dk2>
        <a:srgbClr val="3D3D3D"/>
      </a:dk2>
      <a:lt2>
        <a:srgbClr val="EBEBEB"/>
      </a:lt2>
      <a:accent1>
        <a:srgbClr val="1A3260"/>
      </a:accent1>
      <a:accent2>
        <a:srgbClr val="4590B8"/>
      </a:accent2>
      <a:accent3>
        <a:srgbClr val="45CBE8"/>
      </a:accent3>
      <a:accent4>
        <a:srgbClr val="969FA7"/>
      </a:accent4>
      <a:accent5>
        <a:srgbClr val="A2C777"/>
      </a:accent5>
      <a:accent6>
        <a:srgbClr val="42955F"/>
      </a:accent6>
      <a:hlink>
        <a:srgbClr val="828282"/>
      </a:hlink>
      <a:folHlink>
        <a:srgbClr val="A5A5A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